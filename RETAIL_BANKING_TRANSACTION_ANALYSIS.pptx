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7"/>
  </p:notesMasterIdLst>
  <p:sldIdLst>
    <p:sldId id="256" r:id="rId2"/>
    <p:sldId id="260" r:id="rId3"/>
    <p:sldId id="258" r:id="rId4"/>
    <p:sldId id="257" r:id="rId5"/>
    <p:sldId id="261" r:id="rId6"/>
    <p:sldId id="262" r:id="rId7"/>
    <p:sldId id="263" r:id="rId8"/>
    <p:sldId id="264" r:id="rId9"/>
    <p:sldId id="265" r:id="rId10"/>
    <p:sldId id="266" r:id="rId11"/>
    <p:sldId id="270" r:id="rId12"/>
    <p:sldId id="267" r:id="rId13"/>
    <p:sldId id="268" r:id="rId14"/>
    <p:sldId id="269" r:id="rId15"/>
    <p:sldId id="259" r:id="rId16"/>
  </p:sldIdLst>
  <p:sldSz cx="12192000" cy="6858000"/>
  <p:notesSz cx="6858000" cy="9144000"/>
  <p:embeddedFontLst>
    <p:embeddedFont>
      <p:font typeface="Libre Baskerville" panose="02000000000000000000" pitchFamily="2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hOJMYRtMJHTmKh9+lTrbj+exko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149E4F-F92B-43C4-AD4B-BDFB868EE7E7}" v="178" dt="2026-09-06T11:29:28.3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harshithasamudrala788@gmail.com" userId="28d42a6b8d779fe7" providerId="LiveId" clId="{7655A6C3-01EC-4D17-AC74-9584F6EDBBA0}"/>
    <pc:docChg chg="undo custSel addSld delSld modSld sldOrd">
      <pc:chgData name="praharshithasamudrala788@gmail.com" userId="28d42a6b8d779fe7" providerId="LiveId" clId="{7655A6C3-01EC-4D17-AC74-9584F6EDBBA0}" dt="2026-09-06T11:42:58.991" v="2742" actId="207"/>
      <pc:docMkLst>
        <pc:docMk/>
      </pc:docMkLst>
      <pc:sldChg chg="addSp delSp modSp mod">
        <pc:chgData name="praharshithasamudrala788@gmail.com" userId="28d42a6b8d779fe7" providerId="LiveId" clId="{7655A6C3-01EC-4D17-AC74-9584F6EDBBA0}" dt="2026-09-06T07:44:22.921" v="2427" actId="1036"/>
        <pc:sldMkLst>
          <pc:docMk/>
          <pc:sldMk cId="0" sldId="256"/>
        </pc:sldMkLst>
        <pc:spChg chg="mod">
          <ac:chgData name="praharshithasamudrala788@gmail.com" userId="28d42a6b8d779fe7" providerId="LiveId" clId="{7655A6C3-01EC-4D17-AC74-9584F6EDBBA0}" dt="2026-09-03T14:27:58.858" v="31" actId="20577"/>
          <ac:spMkLst>
            <pc:docMk/>
            <pc:sldMk cId="0" sldId="256"/>
            <ac:spMk id="99" creationId="{00000000-0000-0000-0000-000000000000}"/>
          </ac:spMkLst>
        </pc:spChg>
        <pc:picChg chg="mod">
          <ac:chgData name="praharshithasamudrala788@gmail.com" userId="28d42a6b8d779fe7" providerId="LiveId" clId="{7655A6C3-01EC-4D17-AC74-9584F6EDBBA0}" dt="2026-09-06T07:44:22.921" v="2427" actId="1036"/>
          <ac:picMkLst>
            <pc:docMk/>
            <pc:sldMk cId="0" sldId="256"/>
            <ac:picMk id="98" creationId="{00000000-0000-0000-0000-000000000000}"/>
          </ac:picMkLst>
        </pc:picChg>
      </pc:sldChg>
      <pc:sldChg chg="addSp delSp modSp mod modClrScheme delAnim modAnim chgLayout">
        <pc:chgData name="praharshithasamudrala788@gmail.com" userId="28d42a6b8d779fe7" providerId="LiveId" clId="{7655A6C3-01EC-4D17-AC74-9584F6EDBBA0}" dt="2026-09-06T11:11:53.333" v="2476" actId="1076"/>
        <pc:sldMkLst>
          <pc:docMk/>
          <pc:sldMk cId="0" sldId="257"/>
        </pc:sldMkLst>
        <pc:spChg chg="add mod">
          <ac:chgData name="praharshithasamudrala788@gmail.com" userId="28d42a6b8d779fe7" providerId="LiveId" clId="{7655A6C3-01EC-4D17-AC74-9584F6EDBBA0}" dt="2026-09-05T05:55:41.217" v="2385" actId="255"/>
          <ac:spMkLst>
            <pc:docMk/>
            <pc:sldMk cId="0" sldId="257"/>
            <ac:spMk id="2" creationId="{9EECB24B-B7F7-F62D-80A7-0FC12FA7A980}"/>
          </ac:spMkLst>
        </pc:spChg>
        <pc:spChg chg="add mod">
          <ac:chgData name="praharshithasamudrala788@gmail.com" userId="28d42a6b8d779fe7" providerId="LiveId" clId="{7655A6C3-01EC-4D17-AC74-9584F6EDBBA0}" dt="2026-09-04T15:26:49.152" v="935" actId="255"/>
          <ac:spMkLst>
            <pc:docMk/>
            <pc:sldMk cId="0" sldId="257"/>
            <ac:spMk id="3" creationId="{A794C5B6-9C7B-D1AD-FD7B-DEBE07031EA9}"/>
          </ac:spMkLst>
        </pc:spChg>
        <pc:picChg chg="add mod">
          <ac:chgData name="praharshithasamudrala788@gmail.com" userId="28d42a6b8d779fe7" providerId="LiveId" clId="{7655A6C3-01EC-4D17-AC74-9584F6EDBBA0}" dt="2026-09-06T11:11:53.333" v="2476" actId="1076"/>
          <ac:picMkLst>
            <pc:docMk/>
            <pc:sldMk cId="0" sldId="257"/>
            <ac:picMk id="6" creationId="{8584E760-36BE-C492-A8EA-C320504D1FDD}"/>
          </ac:picMkLst>
        </pc:picChg>
        <pc:cxnChg chg="add mod">
          <ac:chgData name="praharshithasamudrala788@gmail.com" userId="28d42a6b8d779fe7" providerId="LiveId" clId="{7655A6C3-01EC-4D17-AC74-9584F6EDBBA0}" dt="2026-09-04T14:12:32.708" v="580" actId="208"/>
          <ac:cxnSpMkLst>
            <pc:docMk/>
            <pc:sldMk cId="0" sldId="257"/>
            <ac:cxnSpMk id="5" creationId="{42812465-BAF0-5312-782A-F968D1A12AE2}"/>
          </ac:cxnSpMkLst>
        </pc:cxnChg>
      </pc:sldChg>
      <pc:sldChg chg="addSp modSp mod ord">
        <pc:chgData name="praharshithasamudrala788@gmail.com" userId="28d42a6b8d779fe7" providerId="LiveId" clId="{7655A6C3-01EC-4D17-AC74-9584F6EDBBA0}" dt="2026-09-06T11:11:45.506" v="2474" actId="1076"/>
        <pc:sldMkLst>
          <pc:docMk/>
          <pc:sldMk cId="0" sldId="258"/>
        </pc:sldMkLst>
        <pc:spChg chg="mod">
          <ac:chgData name="praharshithasamudrala788@gmail.com" userId="28d42a6b8d779fe7" providerId="LiveId" clId="{7655A6C3-01EC-4D17-AC74-9584F6EDBBA0}" dt="2026-09-05T05:55:50.485" v="2386" actId="255"/>
          <ac:spMkLst>
            <pc:docMk/>
            <pc:sldMk cId="0" sldId="258"/>
            <ac:spMk id="110" creationId="{00000000-0000-0000-0000-000000000000}"/>
          </ac:spMkLst>
        </pc:spChg>
        <pc:spChg chg="mod">
          <ac:chgData name="praharshithasamudrala788@gmail.com" userId="28d42a6b8d779fe7" providerId="LiveId" clId="{7655A6C3-01EC-4D17-AC74-9584F6EDBBA0}" dt="2026-09-06T10:42:59.792" v="2470" actId="20577"/>
          <ac:spMkLst>
            <pc:docMk/>
            <pc:sldMk cId="0" sldId="258"/>
            <ac:spMk id="111" creationId="{00000000-0000-0000-0000-000000000000}"/>
          </ac:spMkLst>
        </pc:spChg>
        <pc:picChg chg="add mod">
          <ac:chgData name="praharshithasamudrala788@gmail.com" userId="28d42a6b8d779fe7" providerId="LiveId" clId="{7655A6C3-01EC-4D17-AC74-9584F6EDBBA0}" dt="2026-09-06T11:11:45.506" v="2474" actId="1076"/>
          <ac:picMkLst>
            <pc:docMk/>
            <pc:sldMk cId="0" sldId="258"/>
            <ac:picMk id="4" creationId="{B4EBF2F5-E084-A45F-3CB5-41DC70A3A1BB}"/>
          </ac:picMkLst>
        </pc:picChg>
        <pc:cxnChg chg="add mod">
          <ac:chgData name="praharshithasamudrala788@gmail.com" userId="28d42a6b8d779fe7" providerId="LiveId" clId="{7655A6C3-01EC-4D17-AC74-9584F6EDBBA0}" dt="2026-09-04T14:12:42.129" v="582" actId="208"/>
          <ac:cxnSpMkLst>
            <pc:docMk/>
            <pc:sldMk cId="0" sldId="258"/>
            <ac:cxnSpMk id="3" creationId="{E4329125-94AD-A5FB-A2E8-A5AEE0F58475}"/>
          </ac:cxnSpMkLst>
        </pc:cxnChg>
      </pc:sldChg>
      <pc:sldChg chg="addSp delSp modSp mod">
        <pc:chgData name="praharshithasamudrala788@gmail.com" userId="28d42a6b8d779fe7" providerId="LiveId" clId="{7655A6C3-01EC-4D17-AC74-9584F6EDBBA0}" dt="2026-09-06T11:11:31.368" v="2472" actId="1076"/>
        <pc:sldMkLst>
          <pc:docMk/>
          <pc:sldMk cId="4104786248" sldId="260"/>
        </pc:sldMkLst>
        <pc:spChg chg="mod">
          <ac:chgData name="praharshithasamudrala788@gmail.com" userId="28d42a6b8d779fe7" providerId="LiveId" clId="{7655A6C3-01EC-4D17-AC74-9584F6EDBBA0}" dt="2026-09-05T03:59:53.011" v="2290" actId="20577"/>
          <ac:spMkLst>
            <pc:docMk/>
            <pc:sldMk cId="4104786248" sldId="260"/>
            <ac:spMk id="2" creationId="{2121E77E-19DC-7FBD-8C89-0F0278F23860}"/>
          </ac:spMkLst>
        </pc:spChg>
        <pc:spChg chg="mod">
          <ac:chgData name="praharshithasamudrala788@gmail.com" userId="28d42a6b8d779fe7" providerId="LiveId" clId="{7655A6C3-01EC-4D17-AC74-9584F6EDBBA0}" dt="2026-09-06T10:23:15.868" v="2464" actId="20577"/>
          <ac:spMkLst>
            <pc:docMk/>
            <pc:sldMk cId="4104786248" sldId="260"/>
            <ac:spMk id="3" creationId="{643B556A-F9CA-4EC6-0861-D8B26642E181}"/>
          </ac:spMkLst>
        </pc:spChg>
        <pc:spChg chg="add del">
          <ac:chgData name="praharshithasamudrala788@gmail.com" userId="28d42a6b8d779fe7" providerId="LiveId" clId="{7655A6C3-01EC-4D17-AC74-9584F6EDBBA0}" dt="2026-09-05T03:16:07.770" v="2043" actId="478"/>
          <ac:spMkLst>
            <pc:docMk/>
            <pc:sldMk cId="4104786248" sldId="260"/>
            <ac:spMk id="4" creationId="{77CE779F-5E95-FB34-8DC3-BC95B32C1F54}"/>
          </ac:spMkLst>
        </pc:spChg>
        <pc:picChg chg="add mod">
          <ac:chgData name="praharshithasamudrala788@gmail.com" userId="28d42a6b8d779fe7" providerId="LiveId" clId="{7655A6C3-01EC-4D17-AC74-9584F6EDBBA0}" dt="2026-09-06T11:11:31.368" v="2472" actId="1076"/>
          <ac:picMkLst>
            <pc:docMk/>
            <pc:sldMk cId="4104786248" sldId="260"/>
            <ac:picMk id="5" creationId="{681CA14E-4253-A969-7EF1-32BEC7558D87}"/>
          </ac:picMkLst>
        </pc:picChg>
        <pc:cxnChg chg="add del mod">
          <ac:chgData name="praharshithasamudrala788@gmail.com" userId="28d42a6b8d779fe7" providerId="LiveId" clId="{7655A6C3-01EC-4D17-AC74-9584F6EDBBA0}" dt="2026-09-05T03:59:12.260" v="2280" actId="478"/>
          <ac:cxnSpMkLst>
            <pc:docMk/>
            <pc:sldMk cId="4104786248" sldId="260"/>
            <ac:cxnSpMk id="6" creationId="{5FE49449-B990-76FE-27F4-3FF3789E5C2C}"/>
          </ac:cxnSpMkLst>
        </pc:cxnChg>
      </pc:sldChg>
      <pc:sldChg chg="addSp delSp modSp new mod">
        <pc:chgData name="praharshithasamudrala788@gmail.com" userId="28d42a6b8d779fe7" providerId="LiveId" clId="{7655A6C3-01EC-4D17-AC74-9584F6EDBBA0}" dt="2026-09-06T11:11:59.954" v="2477" actId="22"/>
        <pc:sldMkLst>
          <pc:docMk/>
          <pc:sldMk cId="44676558" sldId="261"/>
        </pc:sldMkLst>
        <pc:spChg chg="mod">
          <ac:chgData name="praharshithasamudrala788@gmail.com" userId="28d42a6b8d779fe7" providerId="LiveId" clId="{7655A6C3-01EC-4D17-AC74-9584F6EDBBA0}" dt="2026-09-05T05:55:29.587" v="2384" actId="255"/>
          <ac:spMkLst>
            <pc:docMk/>
            <pc:sldMk cId="44676558" sldId="261"/>
            <ac:spMk id="2" creationId="{68B4F451-EB17-E5BC-FCA5-B0370E6C0544}"/>
          </ac:spMkLst>
        </pc:spChg>
        <pc:spChg chg="mod">
          <ac:chgData name="praharshithasamudrala788@gmail.com" userId="28d42a6b8d779fe7" providerId="LiveId" clId="{7655A6C3-01EC-4D17-AC74-9584F6EDBBA0}" dt="2026-09-04T15:27:10.184" v="937" actId="2711"/>
          <ac:spMkLst>
            <pc:docMk/>
            <pc:sldMk cId="44676558" sldId="261"/>
            <ac:spMk id="3" creationId="{F93AF8D8-ACA9-99FE-5A9F-B2DBE50B6776}"/>
          </ac:spMkLst>
        </pc:spChg>
        <pc:graphicFrameChg chg="add mod modGraphic">
          <ac:chgData name="praharshithasamudrala788@gmail.com" userId="28d42a6b8d779fe7" providerId="LiveId" clId="{7655A6C3-01EC-4D17-AC74-9584F6EDBBA0}" dt="2026-09-04T15:27:19.581" v="939" actId="1076"/>
          <ac:graphicFrameMkLst>
            <pc:docMk/>
            <pc:sldMk cId="44676558" sldId="261"/>
            <ac:graphicFrameMk id="4" creationId="{F915C5F5-2C7E-7405-B6F6-017D7EC1F308}"/>
          </ac:graphicFrameMkLst>
        </pc:graphicFrameChg>
        <pc:picChg chg="add">
          <ac:chgData name="praharshithasamudrala788@gmail.com" userId="28d42a6b8d779fe7" providerId="LiveId" clId="{7655A6C3-01EC-4D17-AC74-9584F6EDBBA0}" dt="2026-09-06T11:11:59.954" v="2477" actId="22"/>
          <ac:picMkLst>
            <pc:docMk/>
            <pc:sldMk cId="44676558" sldId="261"/>
            <ac:picMk id="7" creationId="{2C2E6A7F-43D3-D95B-5F53-E094FC1AFB74}"/>
          </ac:picMkLst>
        </pc:picChg>
        <pc:cxnChg chg="add mod">
          <ac:chgData name="praharshithasamudrala788@gmail.com" userId="28d42a6b8d779fe7" providerId="LiveId" clId="{7655A6C3-01EC-4D17-AC74-9584F6EDBBA0}" dt="2026-09-04T14:13:47.243" v="591" actId="14100"/>
          <ac:cxnSpMkLst>
            <pc:docMk/>
            <pc:sldMk cId="44676558" sldId="261"/>
            <ac:cxnSpMk id="6" creationId="{43FA021C-CEF6-04B5-35EC-DD48446F4485}"/>
          </ac:cxnSpMkLst>
        </pc:cxnChg>
      </pc:sldChg>
      <pc:sldChg chg="addSp delSp modSp new mod chgLayout">
        <pc:chgData name="praharshithasamudrala788@gmail.com" userId="28d42a6b8d779fe7" providerId="LiveId" clId="{7655A6C3-01EC-4D17-AC74-9584F6EDBBA0}" dt="2026-09-06T11:12:07.387" v="2478" actId="22"/>
        <pc:sldMkLst>
          <pc:docMk/>
          <pc:sldMk cId="1543172828" sldId="262"/>
        </pc:sldMkLst>
        <pc:spChg chg="add mod ord">
          <ac:chgData name="praharshithasamudrala788@gmail.com" userId="28d42a6b8d779fe7" providerId="LiveId" clId="{7655A6C3-01EC-4D17-AC74-9584F6EDBBA0}" dt="2026-09-05T05:55:11.309" v="2381" actId="255"/>
          <ac:spMkLst>
            <pc:docMk/>
            <pc:sldMk cId="1543172828" sldId="262"/>
            <ac:spMk id="4" creationId="{645DC928-F3FD-F1E7-5A76-8212423CE9A2}"/>
          </ac:spMkLst>
        </pc:spChg>
        <pc:spChg chg="add mod ord">
          <ac:chgData name="praharshithasamudrala788@gmail.com" userId="28d42a6b8d779fe7" providerId="LiveId" clId="{7655A6C3-01EC-4D17-AC74-9584F6EDBBA0}" dt="2026-09-05T05:55:18.052" v="2383" actId="14100"/>
          <ac:spMkLst>
            <pc:docMk/>
            <pc:sldMk cId="1543172828" sldId="262"/>
            <ac:spMk id="5" creationId="{09A27467-7CFF-456A-E4D2-24A5AF557CF6}"/>
          </ac:spMkLst>
        </pc:spChg>
        <pc:picChg chg="add">
          <ac:chgData name="praharshithasamudrala788@gmail.com" userId="28d42a6b8d779fe7" providerId="LiveId" clId="{7655A6C3-01EC-4D17-AC74-9584F6EDBBA0}" dt="2026-09-06T11:12:07.387" v="2478" actId="22"/>
          <ac:picMkLst>
            <pc:docMk/>
            <pc:sldMk cId="1543172828" sldId="262"/>
            <ac:picMk id="3" creationId="{2EF5DD79-3B4D-53B1-F571-EA14BE8E0606}"/>
          </ac:picMkLst>
        </pc:picChg>
        <pc:cxnChg chg="add mod">
          <ac:chgData name="praharshithasamudrala788@gmail.com" userId="28d42a6b8d779fe7" providerId="LiveId" clId="{7655A6C3-01EC-4D17-AC74-9584F6EDBBA0}" dt="2026-09-04T15:21:37.693" v="923" actId="208"/>
          <ac:cxnSpMkLst>
            <pc:docMk/>
            <pc:sldMk cId="1543172828" sldId="262"/>
            <ac:cxnSpMk id="7" creationId="{8C22D409-81D6-FAA7-5509-5A0238C58CC6}"/>
          </ac:cxnSpMkLst>
        </pc:cxnChg>
      </pc:sldChg>
      <pc:sldChg chg="addSp delSp modSp new mod">
        <pc:chgData name="praharshithasamudrala788@gmail.com" userId="28d42a6b8d779fe7" providerId="LiveId" clId="{7655A6C3-01EC-4D17-AC74-9584F6EDBBA0}" dt="2026-09-06T11:42:58.991" v="2742" actId="207"/>
        <pc:sldMkLst>
          <pc:docMk/>
          <pc:sldMk cId="532688276" sldId="263"/>
        </pc:sldMkLst>
        <pc:spChg chg="mod">
          <ac:chgData name="praharshithasamudrala788@gmail.com" userId="28d42a6b8d779fe7" providerId="LiveId" clId="{7655A6C3-01EC-4D17-AC74-9584F6EDBBA0}" dt="2026-09-05T05:54:50.114" v="2378" actId="255"/>
          <ac:spMkLst>
            <pc:docMk/>
            <pc:sldMk cId="532688276" sldId="263"/>
            <ac:spMk id="2" creationId="{97C529AC-F3E3-59F7-1228-41EB1BAFEDB3}"/>
          </ac:spMkLst>
        </pc:spChg>
        <pc:graphicFrameChg chg="add mod modGraphic">
          <ac:chgData name="praharshithasamudrala788@gmail.com" userId="28d42a6b8d779fe7" providerId="LiveId" clId="{7655A6C3-01EC-4D17-AC74-9584F6EDBBA0}" dt="2026-09-06T11:42:58.991" v="2742" actId="207"/>
          <ac:graphicFrameMkLst>
            <pc:docMk/>
            <pc:sldMk cId="532688276" sldId="263"/>
            <ac:graphicFrameMk id="13" creationId="{BC2C60E5-A514-5D6D-95C7-177818749B36}"/>
          </ac:graphicFrameMkLst>
        </pc:graphicFrameChg>
        <pc:picChg chg="add">
          <ac:chgData name="praharshithasamudrala788@gmail.com" userId="28d42a6b8d779fe7" providerId="LiveId" clId="{7655A6C3-01EC-4D17-AC74-9584F6EDBBA0}" dt="2026-09-06T11:12:13.826" v="2479" actId="22"/>
          <ac:picMkLst>
            <pc:docMk/>
            <pc:sldMk cId="532688276" sldId="263"/>
            <ac:picMk id="4" creationId="{468477CA-818F-A32E-1572-F2895091DD85}"/>
          </ac:picMkLst>
        </pc:picChg>
        <pc:cxnChg chg="add mod">
          <ac:chgData name="praharshithasamudrala788@gmail.com" userId="28d42a6b8d779fe7" providerId="LiveId" clId="{7655A6C3-01EC-4D17-AC74-9584F6EDBBA0}" dt="2026-09-04T15:30:23.004" v="994" actId="208"/>
          <ac:cxnSpMkLst>
            <pc:docMk/>
            <pc:sldMk cId="532688276" sldId="263"/>
            <ac:cxnSpMk id="5" creationId="{D9D0A78E-799F-80BB-5072-55E7C44C2F69}"/>
          </ac:cxnSpMkLst>
        </pc:cxnChg>
      </pc:sldChg>
      <pc:sldChg chg="addSp delSp modSp new mod modClrScheme chgLayout">
        <pc:chgData name="praharshithasamudrala788@gmail.com" userId="28d42a6b8d779fe7" providerId="LiveId" clId="{7655A6C3-01EC-4D17-AC74-9584F6EDBBA0}" dt="2026-09-06T11:41:31.942" v="2739" actId="1076"/>
        <pc:sldMkLst>
          <pc:docMk/>
          <pc:sldMk cId="4154663551" sldId="264"/>
        </pc:sldMkLst>
        <pc:spChg chg="mod ord">
          <ac:chgData name="praharshithasamudrala788@gmail.com" userId="28d42a6b8d779fe7" providerId="LiveId" clId="{7655A6C3-01EC-4D17-AC74-9584F6EDBBA0}" dt="2026-09-05T05:54:40.172" v="2377" actId="255"/>
          <ac:spMkLst>
            <pc:docMk/>
            <pc:sldMk cId="4154663551" sldId="264"/>
            <ac:spMk id="2" creationId="{94EAEE79-2FA1-6939-ACA5-BB9498EFC036}"/>
          </ac:spMkLst>
        </pc:spChg>
        <pc:spChg chg="add mod ord">
          <ac:chgData name="praharshithasamudrala788@gmail.com" userId="28d42a6b8d779fe7" providerId="LiveId" clId="{7655A6C3-01EC-4D17-AC74-9584F6EDBBA0}" dt="2026-09-06T11:41:17.439" v="2738" actId="2711"/>
          <ac:spMkLst>
            <pc:docMk/>
            <pc:sldMk cId="4154663551" sldId="264"/>
            <ac:spMk id="3" creationId="{4921498A-63BC-2112-C0DC-2D3408689CA6}"/>
          </ac:spMkLst>
        </pc:spChg>
        <pc:spChg chg="add del mod">
          <ac:chgData name="praharshithasamudrala788@gmail.com" userId="28d42a6b8d779fe7" providerId="LiveId" clId="{7655A6C3-01EC-4D17-AC74-9584F6EDBBA0}" dt="2026-09-05T05:54:21.188" v="2371" actId="478"/>
          <ac:spMkLst>
            <pc:docMk/>
            <pc:sldMk cId="4154663551" sldId="264"/>
            <ac:spMk id="6" creationId="{9503FD6B-5A78-5706-DA27-E7695435CEFA}"/>
          </ac:spMkLst>
        </pc:spChg>
        <pc:spChg chg="add del mod">
          <ac:chgData name="praharshithasamudrala788@gmail.com" userId="28d42a6b8d779fe7" providerId="LiveId" clId="{7655A6C3-01EC-4D17-AC74-9584F6EDBBA0}" dt="2026-09-05T03:33:32.870" v="2149" actId="931"/>
          <ac:spMkLst>
            <pc:docMk/>
            <pc:sldMk cId="4154663551" sldId="264"/>
            <ac:spMk id="6" creationId="{D6778A7A-2696-45AE-3FCD-70A9ED9DD845}"/>
          </ac:spMkLst>
        </pc:spChg>
        <pc:spChg chg="add del mod">
          <ac:chgData name="praharshithasamudrala788@gmail.com" userId="28d42a6b8d779fe7" providerId="LiveId" clId="{7655A6C3-01EC-4D17-AC74-9584F6EDBBA0}" dt="2026-09-06T11:39:13.498" v="2721" actId="478"/>
          <ac:spMkLst>
            <pc:docMk/>
            <pc:sldMk cId="4154663551" sldId="264"/>
            <ac:spMk id="7" creationId="{92AB78C1-32D5-2323-CB23-D1BE983F78F7}"/>
          </ac:spMkLst>
        </pc:spChg>
        <pc:spChg chg="add del mod">
          <ac:chgData name="praharshithasamudrala788@gmail.com" userId="28d42a6b8d779fe7" providerId="LiveId" clId="{7655A6C3-01EC-4D17-AC74-9584F6EDBBA0}" dt="2026-09-06T11:39:37.959" v="2724" actId="478"/>
          <ac:spMkLst>
            <pc:docMk/>
            <pc:sldMk cId="4154663551" sldId="264"/>
            <ac:spMk id="9" creationId="{876A2409-8B0B-5D05-3D57-312DACDE73F4}"/>
          </ac:spMkLst>
        </pc:spChg>
        <pc:spChg chg="add del mod">
          <ac:chgData name="praharshithasamudrala788@gmail.com" userId="28d42a6b8d779fe7" providerId="LiveId" clId="{7655A6C3-01EC-4D17-AC74-9584F6EDBBA0}" dt="2026-09-05T03:34:35.763" v="2156" actId="931"/>
          <ac:spMkLst>
            <pc:docMk/>
            <pc:sldMk cId="4154663551" sldId="264"/>
            <ac:spMk id="11" creationId="{DE0E3015-329E-A3D7-F6BC-227300927C54}"/>
          </ac:spMkLst>
        </pc:spChg>
        <pc:spChg chg="add mod">
          <ac:chgData name="praharshithasamudrala788@gmail.com" userId="28d42a6b8d779fe7" providerId="LiveId" clId="{7655A6C3-01EC-4D17-AC74-9584F6EDBBA0}" dt="2026-09-06T11:40:52.920" v="2737" actId="113"/>
          <ac:spMkLst>
            <pc:docMk/>
            <pc:sldMk cId="4154663551" sldId="264"/>
            <ac:spMk id="14" creationId="{79C5279E-7CB5-4720-B984-DB72CC4DD138}"/>
          </ac:spMkLst>
        </pc:spChg>
        <pc:spChg chg="add del mod">
          <ac:chgData name="praharshithasamudrala788@gmail.com" userId="28d42a6b8d779fe7" providerId="LiveId" clId="{7655A6C3-01EC-4D17-AC74-9584F6EDBBA0}" dt="2026-09-05T03:38:00.349" v="2159" actId="931"/>
          <ac:spMkLst>
            <pc:docMk/>
            <pc:sldMk cId="4154663551" sldId="264"/>
            <ac:spMk id="16" creationId="{F09F8B9A-C4E8-01A4-63A0-1114A636D2A5}"/>
          </ac:spMkLst>
        </pc:spChg>
        <pc:picChg chg="add">
          <ac:chgData name="praharshithasamudrala788@gmail.com" userId="28d42a6b8d779fe7" providerId="LiveId" clId="{7655A6C3-01EC-4D17-AC74-9584F6EDBBA0}" dt="2026-09-06T11:12:18.604" v="2480" actId="22"/>
          <ac:picMkLst>
            <pc:docMk/>
            <pc:sldMk cId="4154663551" sldId="264"/>
            <ac:picMk id="6" creationId="{DDA51183-4150-CAAE-A9F5-AD6B0E54DFA8}"/>
          </ac:picMkLst>
        </pc:picChg>
        <pc:picChg chg="add del mod ord">
          <ac:chgData name="praharshithasamudrala788@gmail.com" userId="28d42a6b8d779fe7" providerId="LiveId" clId="{7655A6C3-01EC-4D17-AC74-9584F6EDBBA0}" dt="2026-09-05T03:34:24.081" v="2155" actId="478"/>
          <ac:picMkLst>
            <pc:docMk/>
            <pc:sldMk cId="4154663551" sldId="264"/>
            <ac:picMk id="8" creationId="{FCB9BD2A-CFC2-5C9F-F476-6E10C343FB70}"/>
          </ac:picMkLst>
        </pc:picChg>
        <pc:picChg chg="add del mod ord">
          <ac:chgData name="praharshithasamudrala788@gmail.com" userId="28d42a6b8d779fe7" providerId="LiveId" clId="{7655A6C3-01EC-4D17-AC74-9584F6EDBBA0}" dt="2026-09-05T03:26:22.473" v="2106" actId="478"/>
          <ac:picMkLst>
            <pc:docMk/>
            <pc:sldMk cId="4154663551" sldId="264"/>
            <ac:picMk id="10" creationId="{FFECE211-C88C-04CD-FCED-71AEF58EBC5C}"/>
          </ac:picMkLst>
        </pc:picChg>
        <pc:picChg chg="add mod">
          <ac:chgData name="praharshithasamudrala788@gmail.com" userId="28d42a6b8d779fe7" providerId="LiveId" clId="{7655A6C3-01EC-4D17-AC74-9584F6EDBBA0}" dt="2026-09-06T11:41:31.942" v="2739" actId="1076"/>
          <ac:picMkLst>
            <pc:docMk/>
            <pc:sldMk cId="4154663551" sldId="264"/>
            <ac:picMk id="11" creationId="{303F7262-C132-386A-86D1-145E6B72B09C}"/>
          </ac:picMkLst>
        </pc:picChg>
        <pc:picChg chg="add del mod ord">
          <ac:chgData name="praharshithasamudrala788@gmail.com" userId="28d42a6b8d779fe7" providerId="LiveId" clId="{7655A6C3-01EC-4D17-AC74-9584F6EDBBA0}" dt="2026-09-05T03:34:48.785" v="2158" actId="478"/>
          <ac:picMkLst>
            <pc:docMk/>
            <pc:sldMk cId="4154663551" sldId="264"/>
            <ac:picMk id="13" creationId="{DEA74400-9C26-A0CF-D3EE-52351166BF0D}"/>
          </ac:picMkLst>
        </pc:picChg>
        <pc:picChg chg="add del mod ord">
          <ac:chgData name="praharshithasamudrala788@gmail.com" userId="28d42a6b8d779fe7" providerId="LiveId" clId="{7655A6C3-01EC-4D17-AC74-9584F6EDBBA0}" dt="2026-09-06T11:38:59.956" v="2719" actId="478"/>
          <ac:picMkLst>
            <pc:docMk/>
            <pc:sldMk cId="4154663551" sldId="264"/>
            <ac:picMk id="18" creationId="{3989B10D-AD48-E65C-9E81-FA9B15562A0D}"/>
          </ac:picMkLst>
        </pc:picChg>
        <pc:cxnChg chg="add mod">
          <ac:chgData name="praharshithasamudrala788@gmail.com" userId="28d42a6b8d779fe7" providerId="LiveId" clId="{7655A6C3-01EC-4D17-AC74-9584F6EDBBA0}" dt="2026-09-05T03:38:28.896" v="2164" actId="14100"/>
          <ac:cxnSpMkLst>
            <pc:docMk/>
            <pc:sldMk cId="4154663551" sldId="264"/>
            <ac:cxnSpMk id="5" creationId="{C50F316E-820B-F6C2-F518-AE56FA381D9D}"/>
          </ac:cxnSpMkLst>
        </pc:cxnChg>
      </pc:sldChg>
      <pc:sldChg chg="addSp delSp modSp new mod modClrScheme chgLayout">
        <pc:chgData name="praharshithasamudrala788@gmail.com" userId="28d42a6b8d779fe7" providerId="LiveId" clId="{7655A6C3-01EC-4D17-AC74-9584F6EDBBA0}" dt="2026-09-06T11:12:37.324" v="2483" actId="22"/>
        <pc:sldMkLst>
          <pc:docMk/>
          <pc:sldMk cId="332190929" sldId="265"/>
        </pc:sldMkLst>
        <pc:spChg chg="mod ord">
          <ac:chgData name="praharshithasamudrala788@gmail.com" userId="28d42a6b8d779fe7" providerId="LiveId" clId="{7655A6C3-01EC-4D17-AC74-9584F6EDBBA0}" dt="2026-09-05T05:53:58.686" v="2365" actId="255"/>
          <ac:spMkLst>
            <pc:docMk/>
            <pc:sldMk cId="332190929" sldId="265"/>
            <ac:spMk id="2" creationId="{646703A0-F12A-4F5E-1BAC-E62533F496A7}"/>
          </ac:spMkLst>
        </pc:spChg>
        <pc:spChg chg="mod ord">
          <ac:chgData name="praharshithasamudrala788@gmail.com" userId="28d42a6b8d779fe7" providerId="LiveId" clId="{7655A6C3-01EC-4D17-AC74-9584F6EDBBA0}" dt="2026-09-04T17:19:59.819" v="1680" actId="27636"/>
          <ac:spMkLst>
            <pc:docMk/>
            <pc:sldMk cId="332190929" sldId="265"/>
            <ac:spMk id="3" creationId="{E4A9A3BF-810F-EE3B-C9BF-6CB6CA4DE95F}"/>
          </ac:spMkLst>
        </pc:spChg>
        <pc:spChg chg="add mod ord">
          <ac:chgData name="praharshithasamudrala788@gmail.com" userId="28d42a6b8d779fe7" providerId="LiveId" clId="{7655A6C3-01EC-4D17-AC74-9584F6EDBBA0}" dt="2026-09-04T17:25:35.636" v="1736" actId="1076"/>
          <ac:spMkLst>
            <pc:docMk/>
            <pc:sldMk cId="332190929" sldId="265"/>
            <ac:spMk id="23" creationId="{1BBE46CD-0CF4-AEB3-8A37-5DF1168AC004}"/>
          </ac:spMkLst>
        </pc:spChg>
        <pc:picChg chg="add">
          <ac:chgData name="praharshithasamudrala788@gmail.com" userId="28d42a6b8d779fe7" providerId="LiveId" clId="{7655A6C3-01EC-4D17-AC74-9584F6EDBBA0}" dt="2026-09-06T11:12:37.324" v="2483" actId="22"/>
          <ac:picMkLst>
            <pc:docMk/>
            <pc:sldMk cId="332190929" sldId="265"/>
            <ac:picMk id="6" creationId="{42783385-B616-57BC-C71E-55EE5043E656}"/>
          </ac:picMkLst>
        </pc:picChg>
        <pc:picChg chg="add mod">
          <ac:chgData name="praharshithasamudrala788@gmail.com" userId="28d42a6b8d779fe7" providerId="LiveId" clId="{7655A6C3-01EC-4D17-AC74-9584F6EDBBA0}" dt="2026-09-04T17:25:47.734" v="1739" actId="1076"/>
          <ac:picMkLst>
            <pc:docMk/>
            <pc:sldMk cId="332190929" sldId="265"/>
            <ac:picMk id="13" creationId="{321C19A7-1BD4-5C53-D632-59A0D2E16D09}"/>
          </ac:picMkLst>
        </pc:picChg>
        <pc:picChg chg="add mod">
          <ac:chgData name="praharshithasamudrala788@gmail.com" userId="28d42a6b8d779fe7" providerId="LiveId" clId="{7655A6C3-01EC-4D17-AC74-9584F6EDBBA0}" dt="2026-09-04T17:25:43.306" v="1738" actId="1076"/>
          <ac:picMkLst>
            <pc:docMk/>
            <pc:sldMk cId="332190929" sldId="265"/>
            <ac:picMk id="15" creationId="{D597312E-17F3-C6A9-871E-5F0475457A22}"/>
          </ac:picMkLst>
        </pc:picChg>
        <pc:picChg chg="add mod">
          <ac:chgData name="praharshithasamudrala788@gmail.com" userId="28d42a6b8d779fe7" providerId="LiveId" clId="{7655A6C3-01EC-4D17-AC74-9584F6EDBBA0}" dt="2026-09-04T17:25:40.607" v="1737" actId="1076"/>
          <ac:picMkLst>
            <pc:docMk/>
            <pc:sldMk cId="332190929" sldId="265"/>
            <ac:picMk id="17" creationId="{F0D42DAF-9BA3-A878-FC16-68CD37212057}"/>
          </ac:picMkLst>
        </pc:picChg>
        <pc:picChg chg="add mod">
          <ac:chgData name="praharshithasamudrala788@gmail.com" userId="28d42a6b8d779fe7" providerId="LiveId" clId="{7655A6C3-01EC-4D17-AC74-9584F6EDBBA0}" dt="2026-09-04T17:25:49.786" v="1740" actId="1076"/>
          <ac:picMkLst>
            <pc:docMk/>
            <pc:sldMk cId="332190929" sldId="265"/>
            <ac:picMk id="19" creationId="{274DFF8D-A82A-4EDB-84FD-ACD6F5DB5F5C}"/>
          </ac:picMkLst>
        </pc:picChg>
        <pc:picChg chg="add mod">
          <ac:chgData name="praharshithasamudrala788@gmail.com" userId="28d42a6b8d779fe7" providerId="LiveId" clId="{7655A6C3-01EC-4D17-AC74-9584F6EDBBA0}" dt="2026-09-04T17:25:52.346" v="1741" actId="1076"/>
          <ac:picMkLst>
            <pc:docMk/>
            <pc:sldMk cId="332190929" sldId="265"/>
            <ac:picMk id="21" creationId="{68008284-D76E-D7BB-AF74-9D70503E5617}"/>
          </ac:picMkLst>
        </pc:picChg>
        <pc:cxnChg chg="add mod">
          <ac:chgData name="praharshithasamudrala788@gmail.com" userId="28d42a6b8d779fe7" providerId="LiveId" clId="{7655A6C3-01EC-4D17-AC74-9584F6EDBBA0}" dt="2026-09-04T16:36:14.663" v="1190" actId="1076"/>
          <ac:cxnSpMkLst>
            <pc:docMk/>
            <pc:sldMk cId="332190929" sldId="265"/>
            <ac:cxnSpMk id="5" creationId="{6AA76593-D943-1E47-96FE-4294DA97685F}"/>
          </ac:cxnSpMkLst>
        </pc:cxnChg>
      </pc:sldChg>
      <pc:sldChg chg="addSp delSp modSp new mod modClrScheme chgLayout">
        <pc:chgData name="praharshithasamudrala788@gmail.com" userId="28d42a6b8d779fe7" providerId="LiveId" clId="{7655A6C3-01EC-4D17-AC74-9584F6EDBBA0}" dt="2026-09-06T11:38:13.238" v="2714" actId="20577"/>
        <pc:sldMkLst>
          <pc:docMk/>
          <pc:sldMk cId="352471400" sldId="266"/>
        </pc:sldMkLst>
        <pc:spChg chg="mod ord">
          <ac:chgData name="praharshithasamudrala788@gmail.com" userId="28d42a6b8d779fe7" providerId="LiveId" clId="{7655A6C3-01EC-4D17-AC74-9584F6EDBBA0}" dt="2026-09-05T05:53:37.956" v="2364" actId="255"/>
          <ac:spMkLst>
            <pc:docMk/>
            <pc:sldMk cId="352471400" sldId="266"/>
            <ac:spMk id="2" creationId="{67CD5B72-1C24-7F48-8C77-C4220FB2CE56}"/>
          </ac:spMkLst>
        </pc:spChg>
        <pc:spChg chg="mod ord">
          <ac:chgData name="praharshithasamudrala788@gmail.com" userId="28d42a6b8d779fe7" providerId="LiveId" clId="{7655A6C3-01EC-4D17-AC74-9584F6EDBBA0}" dt="2026-09-06T11:26:53.740" v="2666" actId="20577"/>
          <ac:spMkLst>
            <pc:docMk/>
            <pc:sldMk cId="352471400" sldId="266"/>
            <ac:spMk id="3" creationId="{AAF8A9E0-B6A2-320C-FF74-2DD49E918051}"/>
          </ac:spMkLst>
        </pc:spChg>
        <pc:spChg chg="add del mod ord">
          <ac:chgData name="praharshithasamudrala788@gmail.com" userId="28d42a6b8d779fe7" providerId="LiveId" clId="{7655A6C3-01EC-4D17-AC74-9584F6EDBBA0}" dt="2026-09-05T03:05:27.435" v="1957" actId="700"/>
          <ac:spMkLst>
            <pc:docMk/>
            <pc:sldMk cId="352471400" sldId="266"/>
            <ac:spMk id="13" creationId="{97E83D4A-53B7-57C5-E296-31737918F296}"/>
          </ac:spMkLst>
        </pc:spChg>
        <pc:spChg chg="add del mod ord">
          <ac:chgData name="praharshithasamudrala788@gmail.com" userId="28d42a6b8d779fe7" providerId="LiveId" clId="{7655A6C3-01EC-4D17-AC74-9584F6EDBBA0}" dt="2026-09-05T03:05:32.938" v="1959" actId="700"/>
          <ac:spMkLst>
            <pc:docMk/>
            <pc:sldMk cId="352471400" sldId="266"/>
            <ac:spMk id="14" creationId="{ABBB0853-9EF3-714C-425C-236E4BA83DC4}"/>
          </ac:spMkLst>
        </pc:spChg>
        <pc:spChg chg="add del mod ord">
          <ac:chgData name="praharshithasamudrala788@gmail.com" userId="28d42a6b8d779fe7" providerId="LiveId" clId="{7655A6C3-01EC-4D17-AC74-9584F6EDBBA0}" dt="2026-09-05T03:05:38.226" v="1962" actId="700"/>
          <ac:spMkLst>
            <pc:docMk/>
            <pc:sldMk cId="352471400" sldId="266"/>
            <ac:spMk id="15" creationId="{F73764ED-99A5-3BF6-4F53-3168671EE840}"/>
          </ac:spMkLst>
        </pc:spChg>
        <pc:spChg chg="add del mod ord">
          <ac:chgData name="praharshithasamudrala788@gmail.com" userId="28d42a6b8d779fe7" providerId="LiveId" clId="{7655A6C3-01EC-4D17-AC74-9584F6EDBBA0}" dt="2026-09-05T03:05:38.226" v="1962" actId="700"/>
          <ac:spMkLst>
            <pc:docMk/>
            <pc:sldMk cId="352471400" sldId="266"/>
            <ac:spMk id="16" creationId="{702C01B3-8393-68AB-BB49-4407496B3469}"/>
          </ac:spMkLst>
        </pc:spChg>
        <pc:spChg chg="add del mod ord">
          <ac:chgData name="praharshithasamudrala788@gmail.com" userId="28d42a6b8d779fe7" providerId="LiveId" clId="{7655A6C3-01EC-4D17-AC74-9584F6EDBBA0}" dt="2026-09-05T03:05:38.226" v="1962" actId="700"/>
          <ac:spMkLst>
            <pc:docMk/>
            <pc:sldMk cId="352471400" sldId="266"/>
            <ac:spMk id="17" creationId="{6E1DE0F8-3842-FB1C-E632-549210A10E82}"/>
          </ac:spMkLst>
        </pc:spChg>
        <pc:spChg chg="add mod ord">
          <ac:chgData name="praharshithasamudrala788@gmail.com" userId="28d42a6b8d779fe7" providerId="LiveId" clId="{7655A6C3-01EC-4D17-AC74-9584F6EDBBA0}" dt="2026-09-06T11:38:13.238" v="2714" actId="20577"/>
          <ac:spMkLst>
            <pc:docMk/>
            <pc:sldMk cId="352471400" sldId="266"/>
            <ac:spMk id="18" creationId="{426DF8B0-A5DD-FE69-4F35-529EF4C31F5D}"/>
          </ac:spMkLst>
        </pc:spChg>
        <pc:picChg chg="add">
          <ac:chgData name="praharshithasamudrala788@gmail.com" userId="28d42a6b8d779fe7" providerId="LiveId" clId="{7655A6C3-01EC-4D17-AC74-9584F6EDBBA0}" dt="2026-09-06T11:12:45.076" v="2484" actId="22"/>
          <ac:picMkLst>
            <pc:docMk/>
            <pc:sldMk cId="352471400" sldId="266"/>
            <ac:picMk id="6" creationId="{B182BC8D-5FFC-75D9-F061-520C858E9CA3}"/>
          </ac:picMkLst>
        </pc:picChg>
        <pc:picChg chg="add mod">
          <ac:chgData name="praharshithasamudrala788@gmail.com" userId="28d42a6b8d779fe7" providerId="LiveId" clId="{7655A6C3-01EC-4D17-AC74-9584F6EDBBA0}" dt="2026-09-06T11:31:38.940" v="2710" actId="1076"/>
          <ac:picMkLst>
            <pc:docMk/>
            <pc:sldMk cId="352471400" sldId="266"/>
            <ac:picMk id="8" creationId="{25FF3072-BC33-FDBC-1110-B71684F9144D}"/>
          </ac:picMkLst>
        </pc:picChg>
        <pc:picChg chg="add del mod">
          <ac:chgData name="praharshithasamudrala788@gmail.com" userId="28d42a6b8d779fe7" providerId="LiveId" clId="{7655A6C3-01EC-4D17-AC74-9584F6EDBBA0}" dt="2026-09-06T11:23:17.893" v="2622" actId="478"/>
          <ac:picMkLst>
            <pc:docMk/>
            <pc:sldMk cId="352471400" sldId="266"/>
            <ac:picMk id="10" creationId="{66B593A2-3C4E-7494-D983-8AFBD389A9B1}"/>
          </ac:picMkLst>
        </pc:picChg>
        <pc:picChg chg="add mod">
          <ac:chgData name="praharshithasamudrala788@gmail.com" userId="28d42a6b8d779fe7" providerId="LiveId" clId="{7655A6C3-01EC-4D17-AC74-9584F6EDBBA0}" dt="2026-09-06T11:24:38.723" v="2650" actId="1076"/>
          <ac:picMkLst>
            <pc:docMk/>
            <pc:sldMk cId="352471400" sldId="266"/>
            <ac:picMk id="12" creationId="{9598DB77-3A1E-61D5-D045-949CC24C3509}"/>
          </ac:picMkLst>
        </pc:picChg>
        <pc:cxnChg chg="add mod">
          <ac:chgData name="praharshithasamudrala788@gmail.com" userId="28d42a6b8d779fe7" providerId="LiveId" clId="{7655A6C3-01EC-4D17-AC74-9584F6EDBBA0}" dt="2026-09-05T02:54:19.476" v="1800" actId="1076"/>
          <ac:cxnSpMkLst>
            <pc:docMk/>
            <pc:sldMk cId="352471400" sldId="266"/>
            <ac:cxnSpMk id="5" creationId="{497C6F9D-4686-812E-C082-F1C70F355161}"/>
          </ac:cxnSpMkLst>
        </pc:cxnChg>
      </pc:sldChg>
      <pc:sldChg chg="addSp delSp modSp new mod modClrScheme chgLayout">
        <pc:chgData name="praharshithasamudrala788@gmail.com" userId="28d42a6b8d779fe7" providerId="LiveId" clId="{7655A6C3-01EC-4D17-AC74-9584F6EDBBA0}" dt="2026-09-06T11:12:50.194" v="2485" actId="22"/>
        <pc:sldMkLst>
          <pc:docMk/>
          <pc:sldMk cId="4159250992" sldId="267"/>
        </pc:sldMkLst>
        <pc:spChg chg="del mod ord">
          <ac:chgData name="praharshithasamudrala788@gmail.com" userId="28d42a6b8d779fe7" providerId="LiveId" clId="{7655A6C3-01EC-4D17-AC74-9584F6EDBBA0}" dt="2026-09-05T03:19:36.666" v="2045" actId="700"/>
          <ac:spMkLst>
            <pc:docMk/>
            <pc:sldMk cId="4159250992" sldId="267"/>
            <ac:spMk id="2" creationId="{A6C703E3-6F90-5745-AB51-2E7D723C3BB2}"/>
          </ac:spMkLst>
        </pc:spChg>
        <pc:spChg chg="del mod ord">
          <ac:chgData name="praharshithasamudrala788@gmail.com" userId="28d42a6b8d779fe7" providerId="LiveId" clId="{7655A6C3-01EC-4D17-AC74-9584F6EDBBA0}" dt="2026-09-05T03:19:36.666" v="2045" actId="700"/>
          <ac:spMkLst>
            <pc:docMk/>
            <pc:sldMk cId="4159250992" sldId="267"/>
            <ac:spMk id="3" creationId="{C4B7A35F-064C-343E-2373-58C3A8A2F112}"/>
          </ac:spMkLst>
        </pc:spChg>
        <pc:spChg chg="del">
          <ac:chgData name="praharshithasamudrala788@gmail.com" userId="28d42a6b8d779fe7" providerId="LiveId" clId="{7655A6C3-01EC-4D17-AC74-9584F6EDBBA0}" dt="2026-09-05T03:19:36.666" v="2045" actId="700"/>
          <ac:spMkLst>
            <pc:docMk/>
            <pc:sldMk cId="4159250992" sldId="267"/>
            <ac:spMk id="4" creationId="{0D6BA503-A7A4-6B64-6960-DE02E905FE32}"/>
          </ac:spMkLst>
        </pc:spChg>
        <pc:spChg chg="add mod ord">
          <ac:chgData name="praharshithasamudrala788@gmail.com" userId="28d42a6b8d779fe7" providerId="LiveId" clId="{7655A6C3-01EC-4D17-AC74-9584F6EDBBA0}" dt="2026-09-05T05:52:26.707" v="2354" actId="14100"/>
          <ac:spMkLst>
            <pc:docMk/>
            <pc:sldMk cId="4159250992" sldId="267"/>
            <ac:spMk id="5" creationId="{73538084-3BC3-2D35-078C-552FC5421B8D}"/>
          </ac:spMkLst>
        </pc:spChg>
        <pc:spChg chg="add del mod ord">
          <ac:chgData name="praharshithasamudrala788@gmail.com" userId="28d42a6b8d779fe7" providerId="LiveId" clId="{7655A6C3-01EC-4D17-AC74-9584F6EDBBA0}" dt="2026-09-05T03:43:55.570" v="2166" actId="1032"/>
          <ac:spMkLst>
            <pc:docMk/>
            <pc:sldMk cId="4159250992" sldId="267"/>
            <ac:spMk id="6" creationId="{068F1D86-68AF-9156-4FF2-38C399128463}"/>
          </ac:spMkLst>
        </pc:spChg>
        <pc:spChg chg="add del">
          <ac:chgData name="praharshithasamudrala788@gmail.com" userId="28d42a6b8d779fe7" providerId="LiveId" clId="{7655A6C3-01EC-4D17-AC74-9584F6EDBBA0}" dt="2026-09-05T05:50:16.087" v="2337" actId="478"/>
          <ac:spMkLst>
            <pc:docMk/>
            <pc:sldMk cId="4159250992" sldId="267"/>
            <ac:spMk id="12" creationId="{CD5CCE04-880A-1D97-F391-93D53821AB70}"/>
          </ac:spMkLst>
        </pc:spChg>
        <pc:spChg chg="add del">
          <ac:chgData name="praharshithasamudrala788@gmail.com" userId="28d42a6b8d779fe7" providerId="LiveId" clId="{7655A6C3-01EC-4D17-AC74-9584F6EDBBA0}" dt="2026-09-05T05:50:32.907" v="2340" actId="478"/>
          <ac:spMkLst>
            <pc:docMk/>
            <pc:sldMk cId="4159250992" sldId="267"/>
            <ac:spMk id="13" creationId="{0B010ABA-1CB9-CBF4-CB79-2DA4B4F596D8}"/>
          </ac:spMkLst>
        </pc:spChg>
        <pc:spChg chg="add del mod">
          <ac:chgData name="praharshithasamudrala788@gmail.com" userId="28d42a6b8d779fe7" providerId="LiveId" clId="{7655A6C3-01EC-4D17-AC74-9584F6EDBBA0}" dt="2026-09-05T03:46:49.466" v="2170" actId="1032"/>
          <ac:spMkLst>
            <pc:docMk/>
            <pc:sldMk cId="4159250992" sldId="267"/>
            <ac:spMk id="14" creationId="{20A3F69F-43CF-4737-4E0C-BC39E3F67A5E}"/>
          </ac:spMkLst>
        </pc:spChg>
        <pc:spChg chg="add del">
          <ac:chgData name="praharshithasamudrala788@gmail.com" userId="28d42a6b8d779fe7" providerId="LiveId" clId="{7655A6C3-01EC-4D17-AC74-9584F6EDBBA0}" dt="2026-09-05T05:50:53.087" v="2342" actId="478"/>
          <ac:spMkLst>
            <pc:docMk/>
            <pc:sldMk cId="4159250992" sldId="267"/>
            <ac:spMk id="14" creationId="{A269B3A6-80F7-143B-0C69-AF5E5A9EBE33}"/>
          </ac:spMkLst>
        </pc:spChg>
        <pc:spChg chg="add del mod">
          <ac:chgData name="praharshithasamudrala788@gmail.com" userId="28d42a6b8d779fe7" providerId="LiveId" clId="{7655A6C3-01EC-4D17-AC74-9584F6EDBBA0}" dt="2026-09-05T05:52:14.680" v="2353"/>
          <ac:spMkLst>
            <pc:docMk/>
            <pc:sldMk cId="4159250992" sldId="267"/>
            <ac:spMk id="17" creationId="{E18DE43E-739A-AAFC-CA1C-682DAB56EC5C}"/>
          </ac:spMkLst>
        </pc:spChg>
        <pc:graphicFrameChg chg="add del mod modGraphic">
          <ac:chgData name="praharshithasamudrala788@gmail.com" userId="28d42a6b8d779fe7" providerId="LiveId" clId="{7655A6C3-01EC-4D17-AC74-9584F6EDBBA0}" dt="2026-09-05T05:48:11.888" v="2320" actId="478"/>
          <ac:graphicFrameMkLst>
            <pc:docMk/>
            <pc:sldMk cId="4159250992" sldId="267"/>
            <ac:graphicFrameMk id="2" creationId="{40E221F0-F55C-A983-FE1E-086D8310A0D4}"/>
          </ac:graphicFrameMkLst>
        </pc:graphicFrameChg>
        <pc:graphicFrameChg chg="add del modGraphic">
          <ac:chgData name="praharshithasamudrala788@gmail.com" userId="28d42a6b8d779fe7" providerId="LiveId" clId="{7655A6C3-01EC-4D17-AC74-9584F6EDBBA0}" dt="2026-09-05T03:44:00.775" v="2167" actId="478"/>
          <ac:graphicFrameMkLst>
            <pc:docMk/>
            <pc:sldMk cId="4159250992" sldId="267"/>
            <ac:graphicFrameMk id="12" creationId="{4AC11F5D-4AA0-C351-5202-06E6CB061F93}"/>
          </ac:graphicFrameMkLst>
        </pc:graphicFrameChg>
        <pc:graphicFrameChg chg="add mod modGraphic">
          <ac:chgData name="praharshithasamudrala788@gmail.com" userId="28d42a6b8d779fe7" providerId="LiveId" clId="{7655A6C3-01EC-4D17-AC74-9584F6EDBBA0}" dt="2026-09-05T05:48:50.279" v="2323" actId="14100"/>
          <ac:graphicFrameMkLst>
            <pc:docMk/>
            <pc:sldMk cId="4159250992" sldId="267"/>
            <ac:graphicFrameMk id="15" creationId="{7F36B919-EC67-5508-DABF-F6678F209B46}"/>
          </ac:graphicFrameMkLst>
        </pc:graphicFrameChg>
        <pc:graphicFrameChg chg="add mod modGraphic">
          <ac:chgData name="praharshithasamudrala788@gmail.com" userId="28d42a6b8d779fe7" providerId="LiveId" clId="{7655A6C3-01EC-4D17-AC74-9584F6EDBBA0}" dt="2026-09-05T05:51:48.121" v="2349" actId="14100"/>
          <ac:graphicFrameMkLst>
            <pc:docMk/>
            <pc:sldMk cId="4159250992" sldId="267"/>
            <ac:graphicFrameMk id="16" creationId="{65ABB507-0A26-B2F3-3D34-2D85EC3E00A3}"/>
          </ac:graphicFrameMkLst>
        </pc:graphicFrameChg>
        <pc:picChg chg="add">
          <ac:chgData name="praharshithasamudrala788@gmail.com" userId="28d42a6b8d779fe7" providerId="LiveId" clId="{7655A6C3-01EC-4D17-AC74-9584F6EDBBA0}" dt="2026-09-06T11:12:50.194" v="2485" actId="22"/>
          <ac:picMkLst>
            <pc:docMk/>
            <pc:sldMk cId="4159250992" sldId="267"/>
            <ac:picMk id="3" creationId="{B3EFFCE4-7FA2-7F1B-E804-6ACE3B3F019B}"/>
          </ac:picMkLst>
        </pc:picChg>
        <pc:cxnChg chg="add del mod">
          <ac:chgData name="praharshithasamudrala788@gmail.com" userId="28d42a6b8d779fe7" providerId="LiveId" clId="{7655A6C3-01EC-4D17-AC74-9584F6EDBBA0}" dt="2026-09-05T05:50:18.896" v="2338" actId="478"/>
          <ac:cxnSpMkLst>
            <pc:docMk/>
            <pc:sldMk cId="4159250992" sldId="267"/>
            <ac:cxnSpMk id="6" creationId="{40540482-3840-03CF-3A38-0CBB1C0EBF70}"/>
          </ac:cxnSpMkLst>
        </pc:cxnChg>
        <pc:cxnChg chg="add del mod">
          <ac:chgData name="praharshithasamudrala788@gmail.com" userId="28d42a6b8d779fe7" providerId="LiveId" clId="{7655A6C3-01EC-4D17-AC74-9584F6EDBBA0}" dt="2026-09-05T05:49:45.030" v="2330" actId="478"/>
          <ac:cxnSpMkLst>
            <pc:docMk/>
            <pc:sldMk cId="4159250992" sldId="267"/>
            <ac:cxnSpMk id="8" creationId="{501F5F6E-CE4B-4F2F-5257-50EE4B7A5756}"/>
          </ac:cxnSpMkLst>
        </pc:cxnChg>
      </pc:sldChg>
      <pc:sldChg chg="addSp modSp new mod">
        <pc:chgData name="praharshithasamudrala788@gmail.com" userId="28d42a6b8d779fe7" providerId="LiveId" clId="{7655A6C3-01EC-4D17-AC74-9584F6EDBBA0}" dt="2026-09-06T11:12:56.419" v="2486" actId="22"/>
        <pc:sldMkLst>
          <pc:docMk/>
          <pc:sldMk cId="2013082842" sldId="268"/>
        </pc:sldMkLst>
        <pc:spChg chg="mod">
          <ac:chgData name="praharshithasamudrala788@gmail.com" userId="28d42a6b8d779fe7" providerId="LiveId" clId="{7655A6C3-01EC-4D17-AC74-9584F6EDBBA0}" dt="2026-09-05T05:56:11.998" v="2388" actId="14100"/>
          <ac:spMkLst>
            <pc:docMk/>
            <pc:sldMk cId="2013082842" sldId="268"/>
            <ac:spMk id="2" creationId="{467AC13F-4BA0-BCAD-BDAE-63A35E3F63A0}"/>
          </ac:spMkLst>
        </pc:spChg>
        <pc:spChg chg="mod">
          <ac:chgData name="praharshithasamudrala788@gmail.com" userId="28d42a6b8d779fe7" providerId="LiveId" clId="{7655A6C3-01EC-4D17-AC74-9584F6EDBBA0}" dt="2026-09-06T08:00:11.500" v="2431" actId="20577"/>
          <ac:spMkLst>
            <pc:docMk/>
            <pc:sldMk cId="2013082842" sldId="268"/>
            <ac:spMk id="3" creationId="{AA634378-7490-8D2E-5B03-E7E48D0E4781}"/>
          </ac:spMkLst>
        </pc:spChg>
        <pc:picChg chg="add">
          <ac:chgData name="praharshithasamudrala788@gmail.com" userId="28d42a6b8d779fe7" providerId="LiveId" clId="{7655A6C3-01EC-4D17-AC74-9584F6EDBBA0}" dt="2026-09-06T11:12:56.419" v="2486" actId="22"/>
          <ac:picMkLst>
            <pc:docMk/>
            <pc:sldMk cId="2013082842" sldId="268"/>
            <ac:picMk id="6" creationId="{496579BD-7C25-5C09-C936-49CAB0B8BCBA}"/>
          </ac:picMkLst>
        </pc:picChg>
        <pc:cxnChg chg="add mod">
          <ac:chgData name="praharshithasamudrala788@gmail.com" userId="28d42a6b8d779fe7" providerId="LiveId" clId="{7655A6C3-01EC-4D17-AC74-9584F6EDBBA0}" dt="2026-09-05T03:54:03.924" v="2240" actId="1076"/>
          <ac:cxnSpMkLst>
            <pc:docMk/>
            <pc:sldMk cId="2013082842" sldId="268"/>
            <ac:cxnSpMk id="5" creationId="{52919CD0-E96B-F154-F78B-FCD0AD13C637}"/>
          </ac:cxnSpMkLst>
        </pc:cxnChg>
      </pc:sldChg>
      <pc:sldChg chg="addSp delSp modSp new mod">
        <pc:chgData name="praharshithasamudrala788@gmail.com" userId="28d42a6b8d779fe7" providerId="LiveId" clId="{7655A6C3-01EC-4D17-AC74-9584F6EDBBA0}" dt="2026-09-06T11:13:01.269" v="2487" actId="22"/>
        <pc:sldMkLst>
          <pc:docMk/>
          <pc:sldMk cId="2480274426" sldId="269"/>
        </pc:sldMkLst>
        <pc:spChg chg="mod">
          <ac:chgData name="praharshithasamudrala788@gmail.com" userId="28d42a6b8d779fe7" providerId="LiveId" clId="{7655A6C3-01EC-4D17-AC74-9584F6EDBBA0}" dt="2026-09-05T05:52:43.740" v="2358" actId="255"/>
          <ac:spMkLst>
            <pc:docMk/>
            <pc:sldMk cId="2480274426" sldId="269"/>
            <ac:spMk id="2" creationId="{17ECA31A-7778-B0BE-F089-927E9F7DD6A8}"/>
          </ac:spMkLst>
        </pc:spChg>
        <pc:spChg chg="mod">
          <ac:chgData name="praharshithasamudrala788@gmail.com" userId="28d42a6b8d779fe7" providerId="LiveId" clId="{7655A6C3-01EC-4D17-AC74-9584F6EDBBA0}" dt="2026-09-05T05:52:58.534" v="2360" actId="27636"/>
          <ac:spMkLst>
            <pc:docMk/>
            <pc:sldMk cId="2480274426" sldId="269"/>
            <ac:spMk id="3" creationId="{66067FC7-FFEE-F605-49C4-7DDE3467668C}"/>
          </ac:spMkLst>
        </pc:spChg>
        <pc:spChg chg="add del mod">
          <ac:chgData name="praharshithasamudrala788@gmail.com" userId="28d42a6b8d779fe7" providerId="LiveId" clId="{7655A6C3-01EC-4D17-AC74-9584F6EDBBA0}" dt="2026-09-05T05:52:36.785" v="2357"/>
          <ac:spMkLst>
            <pc:docMk/>
            <pc:sldMk cId="2480274426" sldId="269"/>
            <ac:spMk id="4" creationId="{013B63CB-DD6C-CA9A-8D39-2618CE3A8790}"/>
          </ac:spMkLst>
        </pc:spChg>
        <pc:picChg chg="add">
          <ac:chgData name="praharshithasamudrala788@gmail.com" userId="28d42a6b8d779fe7" providerId="LiveId" clId="{7655A6C3-01EC-4D17-AC74-9584F6EDBBA0}" dt="2026-09-06T11:13:01.269" v="2487" actId="22"/>
          <ac:picMkLst>
            <pc:docMk/>
            <pc:sldMk cId="2480274426" sldId="269"/>
            <ac:picMk id="6" creationId="{6C7E12AB-0498-DC03-EE8F-8A591F62B863}"/>
          </ac:picMkLst>
        </pc:picChg>
        <pc:cxnChg chg="add mod">
          <ac:chgData name="praharshithasamudrala788@gmail.com" userId="28d42a6b8d779fe7" providerId="LiveId" clId="{7655A6C3-01EC-4D17-AC74-9584F6EDBBA0}" dt="2026-09-05T05:46:57.311" v="2317" actId="1076"/>
          <ac:cxnSpMkLst>
            <pc:docMk/>
            <pc:sldMk cId="2480274426" sldId="269"/>
            <ac:cxnSpMk id="5" creationId="{3B838CA6-A95E-DB7A-A2D3-2D047673B76C}"/>
          </ac:cxnSpMkLst>
        </pc:cxnChg>
      </pc:sldChg>
      <pc:sldChg chg="addSp delSp modSp new mod modClrScheme chgLayout">
        <pc:chgData name="praharshithasamudrala788@gmail.com" userId="28d42a6b8d779fe7" providerId="LiveId" clId="{7655A6C3-01EC-4D17-AC74-9584F6EDBBA0}" dt="2026-09-06T11:31:27.971" v="2709" actId="1076"/>
        <pc:sldMkLst>
          <pc:docMk/>
          <pc:sldMk cId="1526960137" sldId="270"/>
        </pc:sldMkLst>
        <pc:spChg chg="del">
          <ac:chgData name="praharshithasamudrala788@gmail.com" userId="28d42a6b8d779fe7" providerId="LiveId" clId="{7655A6C3-01EC-4D17-AC74-9584F6EDBBA0}" dt="2026-09-06T11:20:22.084" v="2584" actId="478"/>
          <ac:spMkLst>
            <pc:docMk/>
            <pc:sldMk cId="1526960137" sldId="270"/>
            <ac:spMk id="2" creationId="{DF745BE7-4CDF-0A55-D5DA-F56C5E696C22}"/>
          </ac:spMkLst>
        </pc:spChg>
        <pc:spChg chg="mod ord">
          <ac:chgData name="praharshithasamudrala788@gmail.com" userId="28d42a6b8d779fe7" providerId="LiveId" clId="{7655A6C3-01EC-4D17-AC74-9584F6EDBBA0}" dt="2026-09-06T11:28:27.697" v="2678" actId="113"/>
          <ac:spMkLst>
            <pc:docMk/>
            <pc:sldMk cId="1526960137" sldId="270"/>
            <ac:spMk id="3" creationId="{510051DE-A5ED-4A6F-1F80-01245BA407DD}"/>
          </ac:spMkLst>
        </pc:spChg>
        <pc:spChg chg="add del mod ord">
          <ac:chgData name="praharshithasamudrala788@gmail.com" userId="28d42a6b8d779fe7" providerId="LiveId" clId="{7655A6C3-01EC-4D17-AC74-9584F6EDBBA0}" dt="2026-09-06T11:21:36.320" v="2599" actId="700"/>
          <ac:spMkLst>
            <pc:docMk/>
            <pc:sldMk cId="1526960137" sldId="270"/>
            <ac:spMk id="6" creationId="{CB51B827-6E4A-07BA-AD98-6D2D9B6C2D3E}"/>
          </ac:spMkLst>
        </pc:spChg>
        <pc:spChg chg="add del mod ord">
          <ac:chgData name="praharshithasamudrala788@gmail.com" userId="28d42a6b8d779fe7" providerId="LiveId" clId="{7655A6C3-01EC-4D17-AC74-9584F6EDBBA0}" dt="2026-09-06T11:21:36.320" v="2599" actId="700"/>
          <ac:spMkLst>
            <pc:docMk/>
            <pc:sldMk cId="1526960137" sldId="270"/>
            <ac:spMk id="7" creationId="{52243737-65BE-C8FE-32EF-AB3F1DE87B1E}"/>
          </ac:spMkLst>
        </pc:spChg>
        <pc:spChg chg="add del mod ord">
          <ac:chgData name="praharshithasamudrala788@gmail.com" userId="28d42a6b8d779fe7" providerId="LiveId" clId="{7655A6C3-01EC-4D17-AC74-9584F6EDBBA0}" dt="2026-09-06T11:21:36.320" v="2599" actId="700"/>
          <ac:spMkLst>
            <pc:docMk/>
            <pc:sldMk cId="1526960137" sldId="270"/>
            <ac:spMk id="8" creationId="{569A309F-42E6-3AF9-7060-13EC3EF4D6A6}"/>
          </ac:spMkLst>
        </pc:spChg>
        <pc:spChg chg="add del mod ord">
          <ac:chgData name="praharshithasamudrala788@gmail.com" userId="28d42a6b8d779fe7" providerId="LiveId" clId="{7655A6C3-01EC-4D17-AC74-9584F6EDBBA0}" dt="2026-09-06T11:21:36.320" v="2599" actId="700"/>
          <ac:spMkLst>
            <pc:docMk/>
            <pc:sldMk cId="1526960137" sldId="270"/>
            <ac:spMk id="9" creationId="{08FBE013-E308-55E8-C7EB-2E6CA5D6C51E}"/>
          </ac:spMkLst>
        </pc:spChg>
        <pc:spChg chg="add del mod ord">
          <ac:chgData name="praharshithasamudrala788@gmail.com" userId="28d42a6b8d779fe7" providerId="LiveId" clId="{7655A6C3-01EC-4D17-AC74-9584F6EDBBA0}" dt="2026-09-06T11:21:41.235" v="2600" actId="700"/>
          <ac:spMkLst>
            <pc:docMk/>
            <pc:sldMk cId="1526960137" sldId="270"/>
            <ac:spMk id="10" creationId="{696F9FCF-1C8F-6D0C-0D35-381540B9DBFF}"/>
          </ac:spMkLst>
        </pc:spChg>
        <pc:spChg chg="add del mod ord">
          <ac:chgData name="praharshithasamudrala788@gmail.com" userId="28d42a6b8d779fe7" providerId="LiveId" clId="{7655A6C3-01EC-4D17-AC74-9584F6EDBBA0}" dt="2026-09-06T11:21:41.235" v="2600" actId="700"/>
          <ac:spMkLst>
            <pc:docMk/>
            <pc:sldMk cId="1526960137" sldId="270"/>
            <ac:spMk id="11" creationId="{B2D2C97E-EF5C-7A78-193A-85E0A455CA7F}"/>
          </ac:spMkLst>
        </pc:spChg>
        <pc:spChg chg="add del mod ord">
          <ac:chgData name="praharshithasamudrala788@gmail.com" userId="28d42a6b8d779fe7" providerId="LiveId" clId="{7655A6C3-01EC-4D17-AC74-9584F6EDBBA0}" dt="2026-09-06T11:21:45.477" v="2601" actId="478"/>
          <ac:spMkLst>
            <pc:docMk/>
            <pc:sldMk cId="1526960137" sldId="270"/>
            <ac:spMk id="12" creationId="{98F783E7-3913-2FA4-7A54-FE72174A181C}"/>
          </ac:spMkLst>
        </pc:spChg>
        <pc:spChg chg="add del mod ord">
          <ac:chgData name="praharshithasamudrala788@gmail.com" userId="28d42a6b8d779fe7" providerId="LiveId" clId="{7655A6C3-01EC-4D17-AC74-9584F6EDBBA0}" dt="2026-09-06T11:22:19.096" v="2612" actId="478"/>
          <ac:spMkLst>
            <pc:docMk/>
            <pc:sldMk cId="1526960137" sldId="270"/>
            <ac:spMk id="13" creationId="{EC5FDE58-7685-24E4-BA9A-F72F0EA51AAE}"/>
          </ac:spMkLst>
        </pc:spChg>
        <pc:spChg chg="add mod">
          <ac:chgData name="praharshithasamudrala788@gmail.com" userId="28d42a6b8d779fe7" providerId="LiveId" clId="{7655A6C3-01EC-4D17-AC74-9584F6EDBBA0}" dt="2026-09-06T11:29:51.030" v="2706" actId="20577"/>
          <ac:spMkLst>
            <pc:docMk/>
            <pc:sldMk cId="1526960137" sldId="270"/>
            <ac:spMk id="15" creationId="{CD1FE590-A77C-FD0F-6FF1-3157D82CEC75}"/>
          </ac:spMkLst>
        </pc:spChg>
        <pc:picChg chg="add mod">
          <ac:chgData name="praharshithasamudrala788@gmail.com" userId="28d42a6b8d779fe7" providerId="LiveId" clId="{7655A6C3-01EC-4D17-AC74-9584F6EDBBA0}" dt="2026-09-06T11:31:27.971" v="2709" actId="1076"/>
          <ac:picMkLst>
            <pc:docMk/>
            <pc:sldMk cId="1526960137" sldId="270"/>
            <ac:picMk id="5" creationId="{4918559F-EB61-C6FE-8A99-0236FC6DB0AD}"/>
          </ac:picMkLst>
        </pc:picChg>
        <pc:picChg chg="add">
          <ac:chgData name="praharshithasamudrala788@gmail.com" userId="28d42a6b8d779fe7" providerId="LiveId" clId="{7655A6C3-01EC-4D17-AC74-9584F6EDBBA0}" dt="2026-09-06T11:26:11.132" v="2660" actId="22"/>
          <ac:picMkLst>
            <pc:docMk/>
            <pc:sldMk cId="1526960137" sldId="270"/>
            <ac:picMk id="17" creationId="{E9B05FBF-8D87-97BA-40EB-5593C1AA5B90}"/>
          </ac:picMkLst>
        </pc:picChg>
        <pc:picChg chg="add del">
          <ac:chgData name="praharshithasamudrala788@gmail.com" userId="28d42a6b8d779fe7" providerId="LiveId" clId="{7655A6C3-01EC-4D17-AC74-9584F6EDBBA0}" dt="2026-09-06T11:27:44.028" v="2670" actId="478"/>
          <ac:picMkLst>
            <pc:docMk/>
            <pc:sldMk cId="1526960137" sldId="270"/>
            <ac:picMk id="19" creationId="{663B76E7-B4FC-B6D4-80A7-197A4DAEAC3B}"/>
          </ac:picMkLst>
        </pc:picChg>
        <pc:picChg chg="add del">
          <ac:chgData name="praharshithasamudrala788@gmail.com" userId="28d42a6b8d779fe7" providerId="LiveId" clId="{7655A6C3-01EC-4D17-AC74-9584F6EDBBA0}" dt="2026-09-06T11:27:41.890" v="2669" actId="478"/>
          <ac:picMkLst>
            <pc:docMk/>
            <pc:sldMk cId="1526960137" sldId="270"/>
            <ac:picMk id="21" creationId="{04C01114-5C1F-A11D-EC3A-EE4540B18150}"/>
          </ac:picMkLst>
        </pc:picChg>
        <pc:picChg chg="add mod">
          <ac:chgData name="praharshithasamudrala788@gmail.com" userId="28d42a6b8d779fe7" providerId="LiveId" clId="{7655A6C3-01EC-4D17-AC74-9584F6EDBBA0}" dt="2026-09-06T11:31:23.709" v="2708" actId="1076"/>
          <ac:picMkLst>
            <pc:docMk/>
            <pc:sldMk cId="1526960137" sldId="270"/>
            <ac:picMk id="23" creationId="{71DF7228-1453-FFBB-D66B-F7A971864264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D4C02C-BB92-418B-9C21-430558DDB6B1}" type="doc">
      <dgm:prSet loTypeId="urn:microsoft.com/office/officeart/2005/8/layout/process1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9EB5412-459C-4BA9-9EAF-E42E5D4ECC55}">
      <dgm:prSet phldrT="[Text]" phldr="0"/>
      <dgm:spPr/>
      <dgm:t>
        <a:bodyPr/>
        <a:lstStyle/>
        <a:p>
          <a:r>
            <a:rPr lang="en-IN" dirty="0"/>
            <a:t>Data Collection</a:t>
          </a:r>
        </a:p>
      </dgm:t>
    </dgm:pt>
    <dgm:pt modelId="{D9507F0B-D21E-4E43-A072-EBC2DA8544D7}" type="parTrans" cxnId="{98D9E5AF-7B12-4D18-8860-34F27E15B910}">
      <dgm:prSet/>
      <dgm:spPr/>
      <dgm:t>
        <a:bodyPr/>
        <a:lstStyle/>
        <a:p>
          <a:endParaRPr lang="en-IN"/>
        </a:p>
      </dgm:t>
    </dgm:pt>
    <dgm:pt modelId="{9223C8DA-DA58-4D7A-8F51-BAE912ACF34E}" type="sibTrans" cxnId="{98D9E5AF-7B12-4D18-8860-34F27E15B910}">
      <dgm:prSet/>
      <dgm:spPr/>
      <dgm:t>
        <a:bodyPr/>
        <a:lstStyle/>
        <a:p>
          <a:endParaRPr lang="en-IN"/>
        </a:p>
      </dgm:t>
    </dgm:pt>
    <dgm:pt modelId="{BC97F379-A669-4B63-B816-19963F560365}">
      <dgm:prSet phldrT="[Text]" phldr="0"/>
      <dgm:spPr/>
      <dgm:t>
        <a:bodyPr/>
        <a:lstStyle/>
        <a:p>
          <a:r>
            <a:rPr lang="en-IN" dirty="0"/>
            <a:t>Data Cleaning</a:t>
          </a:r>
        </a:p>
      </dgm:t>
    </dgm:pt>
    <dgm:pt modelId="{61D91812-4B2C-4A5C-B952-E8A10BF11BB4}" type="parTrans" cxnId="{9B37E5CF-AC79-4220-A98A-81A9C68DFC5C}">
      <dgm:prSet/>
      <dgm:spPr/>
      <dgm:t>
        <a:bodyPr/>
        <a:lstStyle/>
        <a:p>
          <a:endParaRPr lang="en-IN"/>
        </a:p>
      </dgm:t>
    </dgm:pt>
    <dgm:pt modelId="{57B512F0-8E9F-4C80-AA81-0F476B653579}" type="sibTrans" cxnId="{9B37E5CF-AC79-4220-A98A-81A9C68DFC5C}">
      <dgm:prSet/>
      <dgm:spPr/>
      <dgm:t>
        <a:bodyPr/>
        <a:lstStyle/>
        <a:p>
          <a:endParaRPr lang="en-IN"/>
        </a:p>
      </dgm:t>
    </dgm:pt>
    <dgm:pt modelId="{A663FCCE-CD6A-42EA-B49C-77EC13BD10F8}">
      <dgm:prSet phldrT="[Text]" phldr="0"/>
      <dgm:spPr/>
      <dgm:t>
        <a:bodyPr/>
        <a:lstStyle/>
        <a:p>
          <a:r>
            <a:rPr lang="en-IN" dirty="0"/>
            <a:t>MySQL Database </a:t>
          </a:r>
        </a:p>
      </dgm:t>
    </dgm:pt>
    <dgm:pt modelId="{0E847425-A076-4469-86C0-C65670F85A6C}" type="parTrans" cxnId="{DADAC6CE-4DBF-49A5-9DC3-51404093F5ED}">
      <dgm:prSet/>
      <dgm:spPr/>
      <dgm:t>
        <a:bodyPr/>
        <a:lstStyle/>
        <a:p>
          <a:endParaRPr lang="en-IN"/>
        </a:p>
      </dgm:t>
    </dgm:pt>
    <dgm:pt modelId="{3998BA6B-0263-4B5C-939F-11D5DF03FABA}" type="sibTrans" cxnId="{DADAC6CE-4DBF-49A5-9DC3-51404093F5ED}">
      <dgm:prSet/>
      <dgm:spPr/>
      <dgm:t>
        <a:bodyPr/>
        <a:lstStyle/>
        <a:p>
          <a:endParaRPr lang="en-IN"/>
        </a:p>
      </dgm:t>
    </dgm:pt>
    <dgm:pt modelId="{AC66BE33-A9F0-43AC-AA78-E4F4B845226B}">
      <dgm:prSet phldrT="[Text]" phldr="0"/>
      <dgm:spPr/>
      <dgm:t>
        <a:bodyPr/>
        <a:lstStyle/>
        <a:p>
          <a:r>
            <a:rPr lang="en-IN" dirty="0"/>
            <a:t>SQL Analysis</a:t>
          </a:r>
        </a:p>
      </dgm:t>
    </dgm:pt>
    <dgm:pt modelId="{3CF6A9AB-C93B-422A-9EB3-20EDEAD656F1}" type="parTrans" cxnId="{319F50D9-01E7-4D9A-9AB5-9F5139BAEB5C}">
      <dgm:prSet/>
      <dgm:spPr/>
      <dgm:t>
        <a:bodyPr/>
        <a:lstStyle/>
        <a:p>
          <a:endParaRPr lang="en-IN"/>
        </a:p>
      </dgm:t>
    </dgm:pt>
    <dgm:pt modelId="{8E944ED3-5D5B-49A4-8ED8-00B3435114EE}" type="sibTrans" cxnId="{319F50D9-01E7-4D9A-9AB5-9F5139BAEB5C}">
      <dgm:prSet/>
      <dgm:spPr/>
      <dgm:t>
        <a:bodyPr/>
        <a:lstStyle/>
        <a:p>
          <a:endParaRPr lang="en-IN"/>
        </a:p>
      </dgm:t>
    </dgm:pt>
    <dgm:pt modelId="{35F385DB-652A-4AD7-8DB6-E6D7CF50A912}">
      <dgm:prSet phldrT="[Text]" phldr="0"/>
      <dgm:spPr/>
      <dgm:t>
        <a:bodyPr/>
        <a:lstStyle/>
        <a:p>
          <a:r>
            <a:rPr lang="en-IN" dirty="0"/>
            <a:t>Business Insights</a:t>
          </a:r>
        </a:p>
      </dgm:t>
    </dgm:pt>
    <dgm:pt modelId="{C84CEA94-0A04-4B49-AE26-D90D26A472FD}" type="parTrans" cxnId="{47997751-2477-431B-84AE-B5A35BED76C7}">
      <dgm:prSet/>
      <dgm:spPr/>
      <dgm:t>
        <a:bodyPr/>
        <a:lstStyle/>
        <a:p>
          <a:endParaRPr lang="en-IN"/>
        </a:p>
      </dgm:t>
    </dgm:pt>
    <dgm:pt modelId="{714FE5D4-E542-419D-8909-EDA2F1338A43}" type="sibTrans" cxnId="{47997751-2477-431B-84AE-B5A35BED76C7}">
      <dgm:prSet/>
      <dgm:spPr/>
      <dgm:t>
        <a:bodyPr/>
        <a:lstStyle/>
        <a:p>
          <a:endParaRPr lang="en-IN"/>
        </a:p>
      </dgm:t>
    </dgm:pt>
    <dgm:pt modelId="{FBB37306-DE63-4983-BA71-63319EFF0447}">
      <dgm:prSet/>
      <dgm:spPr/>
      <dgm:t>
        <a:bodyPr/>
        <a:lstStyle/>
        <a:p>
          <a:r>
            <a:rPr lang="en-IN"/>
            <a:t>EER Diagram and Relationships</a:t>
          </a:r>
          <a:endParaRPr lang="en-IN" dirty="0"/>
        </a:p>
      </dgm:t>
    </dgm:pt>
    <dgm:pt modelId="{865497D3-5674-4F45-9378-2020A293F7C1}" type="parTrans" cxnId="{607AF208-5D14-467E-8067-F00209C567E6}">
      <dgm:prSet/>
      <dgm:spPr/>
      <dgm:t>
        <a:bodyPr/>
        <a:lstStyle/>
        <a:p>
          <a:endParaRPr lang="en-IN"/>
        </a:p>
      </dgm:t>
    </dgm:pt>
    <dgm:pt modelId="{0F29A0BC-F060-495F-913C-B54C3F61E85D}" type="sibTrans" cxnId="{607AF208-5D14-467E-8067-F00209C567E6}">
      <dgm:prSet/>
      <dgm:spPr/>
      <dgm:t>
        <a:bodyPr/>
        <a:lstStyle/>
        <a:p>
          <a:endParaRPr lang="en-IN"/>
        </a:p>
      </dgm:t>
    </dgm:pt>
    <dgm:pt modelId="{A78E48AF-31EB-4592-A221-98FA4EDA0819}" type="pres">
      <dgm:prSet presAssocID="{73D4C02C-BB92-418B-9C21-430558DDB6B1}" presName="Name0" presStyleCnt="0">
        <dgm:presLayoutVars>
          <dgm:dir/>
          <dgm:resizeHandles val="exact"/>
        </dgm:presLayoutVars>
      </dgm:prSet>
      <dgm:spPr/>
    </dgm:pt>
    <dgm:pt modelId="{03C54678-166B-403A-BE89-C9B0D1641160}" type="pres">
      <dgm:prSet presAssocID="{39EB5412-459C-4BA9-9EAF-E42E5D4ECC55}" presName="node" presStyleLbl="node1" presStyleIdx="0" presStyleCnt="6" custScaleX="76758" custScaleY="97394">
        <dgm:presLayoutVars>
          <dgm:bulletEnabled val="1"/>
        </dgm:presLayoutVars>
      </dgm:prSet>
      <dgm:spPr/>
    </dgm:pt>
    <dgm:pt modelId="{C9EC3F87-9F44-4AD7-BC5B-BE5871F9CB3E}" type="pres">
      <dgm:prSet presAssocID="{9223C8DA-DA58-4D7A-8F51-BAE912ACF34E}" presName="sibTrans" presStyleLbl="sibTrans2D1" presStyleIdx="0" presStyleCnt="5"/>
      <dgm:spPr/>
    </dgm:pt>
    <dgm:pt modelId="{1AE62F6F-F435-4919-8D75-2403A27E8B62}" type="pres">
      <dgm:prSet presAssocID="{9223C8DA-DA58-4D7A-8F51-BAE912ACF34E}" presName="connectorText" presStyleLbl="sibTrans2D1" presStyleIdx="0" presStyleCnt="5"/>
      <dgm:spPr/>
    </dgm:pt>
    <dgm:pt modelId="{ABA2E8A2-E221-4640-9EC4-354211F633C9}" type="pres">
      <dgm:prSet presAssocID="{BC97F379-A669-4B63-B816-19963F560365}" presName="node" presStyleLbl="node1" presStyleIdx="1" presStyleCnt="6" custScaleX="123994" custScaleY="78013">
        <dgm:presLayoutVars>
          <dgm:bulletEnabled val="1"/>
        </dgm:presLayoutVars>
      </dgm:prSet>
      <dgm:spPr/>
    </dgm:pt>
    <dgm:pt modelId="{EE00355B-3CFE-4AFD-B2DF-258B10AC2AB4}" type="pres">
      <dgm:prSet presAssocID="{57B512F0-8E9F-4C80-AA81-0F476B653579}" presName="sibTrans" presStyleLbl="sibTrans2D1" presStyleIdx="1" presStyleCnt="5"/>
      <dgm:spPr/>
    </dgm:pt>
    <dgm:pt modelId="{962E131A-88C2-4519-9493-AEC600E3F84A}" type="pres">
      <dgm:prSet presAssocID="{57B512F0-8E9F-4C80-AA81-0F476B653579}" presName="connectorText" presStyleLbl="sibTrans2D1" presStyleIdx="1" presStyleCnt="5"/>
      <dgm:spPr/>
    </dgm:pt>
    <dgm:pt modelId="{1453A14D-4823-4547-A985-A59072CD6301}" type="pres">
      <dgm:prSet presAssocID="{A663FCCE-CD6A-42EA-B49C-77EC13BD10F8}" presName="node" presStyleLbl="node1" presStyleIdx="2" presStyleCnt="6">
        <dgm:presLayoutVars>
          <dgm:bulletEnabled val="1"/>
        </dgm:presLayoutVars>
      </dgm:prSet>
      <dgm:spPr/>
    </dgm:pt>
    <dgm:pt modelId="{3338FF9A-3323-4208-AB40-4CDC3244F8EB}" type="pres">
      <dgm:prSet presAssocID="{3998BA6B-0263-4B5C-939F-11D5DF03FABA}" presName="sibTrans" presStyleLbl="sibTrans2D1" presStyleIdx="2" presStyleCnt="5"/>
      <dgm:spPr/>
    </dgm:pt>
    <dgm:pt modelId="{1BB16096-96A5-43D2-851B-60F44923B793}" type="pres">
      <dgm:prSet presAssocID="{3998BA6B-0263-4B5C-939F-11D5DF03FABA}" presName="connectorText" presStyleLbl="sibTrans2D1" presStyleIdx="2" presStyleCnt="5"/>
      <dgm:spPr/>
    </dgm:pt>
    <dgm:pt modelId="{D2FE6C91-3898-4A07-905D-EAE55F254D45}" type="pres">
      <dgm:prSet presAssocID="{FBB37306-DE63-4983-BA71-63319EFF0447}" presName="node" presStyleLbl="node1" presStyleIdx="3" presStyleCnt="6">
        <dgm:presLayoutVars>
          <dgm:bulletEnabled val="1"/>
        </dgm:presLayoutVars>
      </dgm:prSet>
      <dgm:spPr/>
    </dgm:pt>
    <dgm:pt modelId="{E8D3BCD2-3DAD-4115-A57B-1C23126D385E}" type="pres">
      <dgm:prSet presAssocID="{0F29A0BC-F060-495F-913C-B54C3F61E85D}" presName="sibTrans" presStyleLbl="sibTrans2D1" presStyleIdx="3" presStyleCnt="5"/>
      <dgm:spPr/>
    </dgm:pt>
    <dgm:pt modelId="{6701427B-5782-4AEB-B05D-90DED353A03A}" type="pres">
      <dgm:prSet presAssocID="{0F29A0BC-F060-495F-913C-B54C3F61E85D}" presName="connectorText" presStyleLbl="sibTrans2D1" presStyleIdx="3" presStyleCnt="5"/>
      <dgm:spPr/>
    </dgm:pt>
    <dgm:pt modelId="{2F3811AA-00BF-4CEE-91AB-5F178A94458C}" type="pres">
      <dgm:prSet presAssocID="{AC66BE33-A9F0-43AC-AA78-E4F4B845226B}" presName="node" presStyleLbl="node1" presStyleIdx="4" presStyleCnt="6">
        <dgm:presLayoutVars>
          <dgm:bulletEnabled val="1"/>
        </dgm:presLayoutVars>
      </dgm:prSet>
      <dgm:spPr/>
    </dgm:pt>
    <dgm:pt modelId="{9765B3BB-D520-42D1-A469-8AE08143FC86}" type="pres">
      <dgm:prSet presAssocID="{8E944ED3-5D5B-49A4-8ED8-00B3435114EE}" presName="sibTrans" presStyleLbl="sibTrans2D1" presStyleIdx="4" presStyleCnt="5"/>
      <dgm:spPr/>
    </dgm:pt>
    <dgm:pt modelId="{AC8C1F87-DF13-42F9-929C-6B86E1EA196E}" type="pres">
      <dgm:prSet presAssocID="{8E944ED3-5D5B-49A4-8ED8-00B3435114EE}" presName="connectorText" presStyleLbl="sibTrans2D1" presStyleIdx="4" presStyleCnt="5"/>
      <dgm:spPr/>
    </dgm:pt>
    <dgm:pt modelId="{4AF097CB-1A27-42BD-9836-D244159B4D13}" type="pres">
      <dgm:prSet presAssocID="{35F385DB-652A-4AD7-8DB6-E6D7CF50A912}" presName="node" presStyleLbl="node1" presStyleIdx="5" presStyleCnt="6">
        <dgm:presLayoutVars>
          <dgm:bulletEnabled val="1"/>
        </dgm:presLayoutVars>
      </dgm:prSet>
      <dgm:spPr/>
    </dgm:pt>
  </dgm:ptLst>
  <dgm:cxnLst>
    <dgm:cxn modelId="{607AF208-5D14-467E-8067-F00209C567E6}" srcId="{73D4C02C-BB92-418B-9C21-430558DDB6B1}" destId="{FBB37306-DE63-4983-BA71-63319EFF0447}" srcOrd="3" destOrd="0" parTransId="{865497D3-5674-4F45-9378-2020A293F7C1}" sibTransId="{0F29A0BC-F060-495F-913C-B54C3F61E85D}"/>
    <dgm:cxn modelId="{BFF61516-C811-49CD-9650-88F8D432CC84}" type="presOf" srcId="{8E944ED3-5D5B-49A4-8ED8-00B3435114EE}" destId="{9765B3BB-D520-42D1-A469-8AE08143FC86}" srcOrd="0" destOrd="0" presId="urn:microsoft.com/office/officeart/2005/8/layout/process1"/>
    <dgm:cxn modelId="{C1D5A319-D5C0-46AC-A4C4-78479DFBE093}" type="presOf" srcId="{3998BA6B-0263-4B5C-939F-11D5DF03FABA}" destId="{1BB16096-96A5-43D2-851B-60F44923B793}" srcOrd="1" destOrd="0" presId="urn:microsoft.com/office/officeart/2005/8/layout/process1"/>
    <dgm:cxn modelId="{87436023-0D12-4B64-B64C-1589B967C12B}" type="presOf" srcId="{9223C8DA-DA58-4D7A-8F51-BAE912ACF34E}" destId="{1AE62F6F-F435-4919-8D75-2403A27E8B62}" srcOrd="1" destOrd="0" presId="urn:microsoft.com/office/officeart/2005/8/layout/process1"/>
    <dgm:cxn modelId="{545FA034-FB17-43BF-A5F8-374ACEE73D7C}" type="presOf" srcId="{39EB5412-459C-4BA9-9EAF-E42E5D4ECC55}" destId="{03C54678-166B-403A-BE89-C9B0D1641160}" srcOrd="0" destOrd="0" presId="urn:microsoft.com/office/officeart/2005/8/layout/process1"/>
    <dgm:cxn modelId="{E93B423C-579B-4D57-B8EF-CAA3FB8FF2CE}" type="presOf" srcId="{AC66BE33-A9F0-43AC-AA78-E4F4B845226B}" destId="{2F3811AA-00BF-4CEE-91AB-5F178A94458C}" srcOrd="0" destOrd="0" presId="urn:microsoft.com/office/officeart/2005/8/layout/process1"/>
    <dgm:cxn modelId="{A13B3B3D-55E9-4209-B34F-3FD5A740841B}" type="presOf" srcId="{FBB37306-DE63-4983-BA71-63319EFF0447}" destId="{D2FE6C91-3898-4A07-905D-EAE55F254D45}" srcOrd="0" destOrd="0" presId="urn:microsoft.com/office/officeart/2005/8/layout/process1"/>
    <dgm:cxn modelId="{E8A29E41-CA63-4C0A-A0BD-C29AD4ADDA3A}" type="presOf" srcId="{9223C8DA-DA58-4D7A-8F51-BAE912ACF34E}" destId="{C9EC3F87-9F44-4AD7-BC5B-BE5871F9CB3E}" srcOrd="0" destOrd="0" presId="urn:microsoft.com/office/officeart/2005/8/layout/process1"/>
    <dgm:cxn modelId="{BF7F8142-7931-46A0-9BCE-5E742AFBBF22}" type="presOf" srcId="{73D4C02C-BB92-418B-9C21-430558DDB6B1}" destId="{A78E48AF-31EB-4592-A221-98FA4EDA0819}" srcOrd="0" destOrd="0" presId="urn:microsoft.com/office/officeart/2005/8/layout/process1"/>
    <dgm:cxn modelId="{6BFF6C6A-8E84-4154-A89A-D0C929EC5294}" type="presOf" srcId="{8E944ED3-5D5B-49A4-8ED8-00B3435114EE}" destId="{AC8C1F87-DF13-42F9-929C-6B86E1EA196E}" srcOrd="1" destOrd="0" presId="urn:microsoft.com/office/officeart/2005/8/layout/process1"/>
    <dgm:cxn modelId="{112B906B-92E0-4CAA-97EC-9A8EDF90F5BF}" type="presOf" srcId="{3998BA6B-0263-4B5C-939F-11D5DF03FABA}" destId="{3338FF9A-3323-4208-AB40-4CDC3244F8EB}" srcOrd="0" destOrd="0" presId="urn:microsoft.com/office/officeart/2005/8/layout/process1"/>
    <dgm:cxn modelId="{47997751-2477-431B-84AE-B5A35BED76C7}" srcId="{73D4C02C-BB92-418B-9C21-430558DDB6B1}" destId="{35F385DB-652A-4AD7-8DB6-E6D7CF50A912}" srcOrd="5" destOrd="0" parTransId="{C84CEA94-0A04-4B49-AE26-D90D26A472FD}" sibTransId="{714FE5D4-E542-419D-8909-EDA2F1338A43}"/>
    <dgm:cxn modelId="{3CD29F75-E86C-4942-B29D-C9CA91A147A9}" type="presOf" srcId="{57B512F0-8E9F-4C80-AA81-0F476B653579}" destId="{EE00355B-3CFE-4AFD-B2DF-258B10AC2AB4}" srcOrd="0" destOrd="0" presId="urn:microsoft.com/office/officeart/2005/8/layout/process1"/>
    <dgm:cxn modelId="{3124DC7D-1FC5-4880-854E-B288EBEA533D}" type="presOf" srcId="{A663FCCE-CD6A-42EA-B49C-77EC13BD10F8}" destId="{1453A14D-4823-4547-A985-A59072CD6301}" srcOrd="0" destOrd="0" presId="urn:microsoft.com/office/officeart/2005/8/layout/process1"/>
    <dgm:cxn modelId="{AA9032A1-90F7-47A7-8591-88902C798971}" type="presOf" srcId="{0F29A0BC-F060-495F-913C-B54C3F61E85D}" destId="{6701427B-5782-4AEB-B05D-90DED353A03A}" srcOrd="1" destOrd="0" presId="urn:microsoft.com/office/officeart/2005/8/layout/process1"/>
    <dgm:cxn modelId="{98D9E5AF-7B12-4D18-8860-34F27E15B910}" srcId="{73D4C02C-BB92-418B-9C21-430558DDB6B1}" destId="{39EB5412-459C-4BA9-9EAF-E42E5D4ECC55}" srcOrd="0" destOrd="0" parTransId="{D9507F0B-D21E-4E43-A072-EBC2DA8544D7}" sibTransId="{9223C8DA-DA58-4D7A-8F51-BAE912ACF34E}"/>
    <dgm:cxn modelId="{F58DE8B4-1CE4-4910-83AA-8052B20FB4B8}" type="presOf" srcId="{57B512F0-8E9F-4C80-AA81-0F476B653579}" destId="{962E131A-88C2-4519-9493-AEC600E3F84A}" srcOrd="1" destOrd="0" presId="urn:microsoft.com/office/officeart/2005/8/layout/process1"/>
    <dgm:cxn modelId="{DADAC6CE-4DBF-49A5-9DC3-51404093F5ED}" srcId="{73D4C02C-BB92-418B-9C21-430558DDB6B1}" destId="{A663FCCE-CD6A-42EA-B49C-77EC13BD10F8}" srcOrd="2" destOrd="0" parTransId="{0E847425-A076-4469-86C0-C65670F85A6C}" sibTransId="{3998BA6B-0263-4B5C-939F-11D5DF03FABA}"/>
    <dgm:cxn modelId="{F515DACF-7F8B-4606-8BBA-314C50A24FFD}" type="presOf" srcId="{0F29A0BC-F060-495F-913C-B54C3F61E85D}" destId="{E8D3BCD2-3DAD-4115-A57B-1C23126D385E}" srcOrd="0" destOrd="0" presId="urn:microsoft.com/office/officeart/2005/8/layout/process1"/>
    <dgm:cxn modelId="{9B37E5CF-AC79-4220-A98A-81A9C68DFC5C}" srcId="{73D4C02C-BB92-418B-9C21-430558DDB6B1}" destId="{BC97F379-A669-4B63-B816-19963F560365}" srcOrd="1" destOrd="0" parTransId="{61D91812-4B2C-4A5C-B952-E8A10BF11BB4}" sibTransId="{57B512F0-8E9F-4C80-AA81-0F476B653579}"/>
    <dgm:cxn modelId="{319F50D9-01E7-4D9A-9AB5-9F5139BAEB5C}" srcId="{73D4C02C-BB92-418B-9C21-430558DDB6B1}" destId="{AC66BE33-A9F0-43AC-AA78-E4F4B845226B}" srcOrd="4" destOrd="0" parTransId="{3CF6A9AB-C93B-422A-9EB3-20EDEAD656F1}" sibTransId="{8E944ED3-5D5B-49A4-8ED8-00B3435114EE}"/>
    <dgm:cxn modelId="{B32C99EE-8D27-4E79-9674-F496B660F008}" type="presOf" srcId="{BC97F379-A669-4B63-B816-19963F560365}" destId="{ABA2E8A2-E221-4640-9EC4-354211F633C9}" srcOrd="0" destOrd="0" presId="urn:microsoft.com/office/officeart/2005/8/layout/process1"/>
    <dgm:cxn modelId="{42ECB3F5-0479-4B72-A59F-4C844E94AB86}" type="presOf" srcId="{35F385DB-652A-4AD7-8DB6-E6D7CF50A912}" destId="{4AF097CB-1A27-42BD-9836-D244159B4D13}" srcOrd="0" destOrd="0" presId="urn:microsoft.com/office/officeart/2005/8/layout/process1"/>
    <dgm:cxn modelId="{7253DA8A-AE2B-47B1-A196-124701459B9C}" type="presParOf" srcId="{A78E48AF-31EB-4592-A221-98FA4EDA0819}" destId="{03C54678-166B-403A-BE89-C9B0D1641160}" srcOrd="0" destOrd="0" presId="urn:microsoft.com/office/officeart/2005/8/layout/process1"/>
    <dgm:cxn modelId="{B399C916-DFB4-4025-80EA-653F22D0014E}" type="presParOf" srcId="{A78E48AF-31EB-4592-A221-98FA4EDA0819}" destId="{C9EC3F87-9F44-4AD7-BC5B-BE5871F9CB3E}" srcOrd="1" destOrd="0" presId="urn:microsoft.com/office/officeart/2005/8/layout/process1"/>
    <dgm:cxn modelId="{B2DAA0AE-FEF0-4206-B464-11080F086DEF}" type="presParOf" srcId="{C9EC3F87-9F44-4AD7-BC5B-BE5871F9CB3E}" destId="{1AE62F6F-F435-4919-8D75-2403A27E8B62}" srcOrd="0" destOrd="0" presId="urn:microsoft.com/office/officeart/2005/8/layout/process1"/>
    <dgm:cxn modelId="{1B39C4DD-B8CA-436E-B8CE-986E2F2E53B5}" type="presParOf" srcId="{A78E48AF-31EB-4592-A221-98FA4EDA0819}" destId="{ABA2E8A2-E221-4640-9EC4-354211F633C9}" srcOrd="2" destOrd="0" presId="urn:microsoft.com/office/officeart/2005/8/layout/process1"/>
    <dgm:cxn modelId="{E5C2FA31-C341-4C65-9A70-03546A551D31}" type="presParOf" srcId="{A78E48AF-31EB-4592-A221-98FA4EDA0819}" destId="{EE00355B-3CFE-4AFD-B2DF-258B10AC2AB4}" srcOrd="3" destOrd="0" presId="urn:microsoft.com/office/officeart/2005/8/layout/process1"/>
    <dgm:cxn modelId="{B171178A-0A77-4B35-92F3-E255314B9DF6}" type="presParOf" srcId="{EE00355B-3CFE-4AFD-B2DF-258B10AC2AB4}" destId="{962E131A-88C2-4519-9493-AEC600E3F84A}" srcOrd="0" destOrd="0" presId="urn:microsoft.com/office/officeart/2005/8/layout/process1"/>
    <dgm:cxn modelId="{EBCC5FBB-9234-4354-B10B-2CA4BC06D79E}" type="presParOf" srcId="{A78E48AF-31EB-4592-A221-98FA4EDA0819}" destId="{1453A14D-4823-4547-A985-A59072CD6301}" srcOrd="4" destOrd="0" presId="urn:microsoft.com/office/officeart/2005/8/layout/process1"/>
    <dgm:cxn modelId="{E9029CEA-69E4-42B4-9DBC-C46833C86471}" type="presParOf" srcId="{A78E48AF-31EB-4592-A221-98FA4EDA0819}" destId="{3338FF9A-3323-4208-AB40-4CDC3244F8EB}" srcOrd="5" destOrd="0" presId="urn:microsoft.com/office/officeart/2005/8/layout/process1"/>
    <dgm:cxn modelId="{A81BB763-EEA2-4705-BAD6-4BD2AE2CB574}" type="presParOf" srcId="{3338FF9A-3323-4208-AB40-4CDC3244F8EB}" destId="{1BB16096-96A5-43D2-851B-60F44923B793}" srcOrd="0" destOrd="0" presId="urn:microsoft.com/office/officeart/2005/8/layout/process1"/>
    <dgm:cxn modelId="{3C991A4E-9B72-47DB-BB84-08D6A2D75BBA}" type="presParOf" srcId="{A78E48AF-31EB-4592-A221-98FA4EDA0819}" destId="{D2FE6C91-3898-4A07-905D-EAE55F254D45}" srcOrd="6" destOrd="0" presId="urn:microsoft.com/office/officeart/2005/8/layout/process1"/>
    <dgm:cxn modelId="{FC92473A-C20E-441D-B284-E3448690A1F8}" type="presParOf" srcId="{A78E48AF-31EB-4592-A221-98FA4EDA0819}" destId="{E8D3BCD2-3DAD-4115-A57B-1C23126D385E}" srcOrd="7" destOrd="0" presId="urn:microsoft.com/office/officeart/2005/8/layout/process1"/>
    <dgm:cxn modelId="{CF674949-E232-4B34-BB22-B731FF80D9DD}" type="presParOf" srcId="{E8D3BCD2-3DAD-4115-A57B-1C23126D385E}" destId="{6701427B-5782-4AEB-B05D-90DED353A03A}" srcOrd="0" destOrd="0" presId="urn:microsoft.com/office/officeart/2005/8/layout/process1"/>
    <dgm:cxn modelId="{FB7B81B5-1037-472B-8F64-9584DAE8B49E}" type="presParOf" srcId="{A78E48AF-31EB-4592-A221-98FA4EDA0819}" destId="{2F3811AA-00BF-4CEE-91AB-5F178A94458C}" srcOrd="8" destOrd="0" presId="urn:microsoft.com/office/officeart/2005/8/layout/process1"/>
    <dgm:cxn modelId="{5BB59466-C4F4-479B-8414-4CC3DF545DA0}" type="presParOf" srcId="{A78E48AF-31EB-4592-A221-98FA4EDA0819}" destId="{9765B3BB-D520-42D1-A469-8AE08143FC86}" srcOrd="9" destOrd="0" presId="urn:microsoft.com/office/officeart/2005/8/layout/process1"/>
    <dgm:cxn modelId="{14F4E858-1658-4760-B08C-4FA002C6FE6C}" type="presParOf" srcId="{9765B3BB-D520-42D1-A469-8AE08143FC86}" destId="{AC8C1F87-DF13-42F9-929C-6B86E1EA196E}" srcOrd="0" destOrd="0" presId="urn:microsoft.com/office/officeart/2005/8/layout/process1"/>
    <dgm:cxn modelId="{0665BBD4-7B0C-4D72-B435-35202269ADDC}" type="presParOf" srcId="{A78E48AF-31EB-4592-A221-98FA4EDA0819}" destId="{4AF097CB-1A27-42BD-9836-D244159B4D13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A130618-18FE-4B08-8135-44CDDDCA68F0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17263C05-DFB7-4B19-A427-35B35FD92552}">
      <dgm:prSet phldrT="[Text]"/>
      <dgm:spPr/>
      <dgm:t>
        <a:bodyPr/>
        <a:lstStyle/>
        <a:p>
          <a:pPr>
            <a:buNone/>
          </a:pPr>
          <a:r>
            <a:rPr lang="en-IN" dirty="0"/>
            <a:t>Customer &amp; KYC Insights</a:t>
          </a:r>
        </a:p>
      </dgm:t>
    </dgm:pt>
    <dgm:pt modelId="{5407F933-5529-4DCD-B748-09172CD09375}" type="parTrans" cxnId="{538AA836-E8C0-450C-8E3D-8B8BC4101CBC}">
      <dgm:prSet/>
      <dgm:spPr/>
      <dgm:t>
        <a:bodyPr/>
        <a:lstStyle/>
        <a:p>
          <a:endParaRPr lang="en-IN"/>
        </a:p>
      </dgm:t>
    </dgm:pt>
    <dgm:pt modelId="{9CBB6D4D-B61C-483B-8F2B-C18E094ED4C8}" type="sibTrans" cxnId="{538AA836-E8C0-450C-8E3D-8B8BC4101CBC}">
      <dgm:prSet/>
      <dgm:spPr/>
      <dgm:t>
        <a:bodyPr/>
        <a:lstStyle/>
        <a:p>
          <a:endParaRPr lang="en-IN"/>
        </a:p>
      </dgm:t>
    </dgm:pt>
    <dgm:pt modelId="{691A3D3B-E358-4D23-8DB0-D96B2B26DAD9}">
      <dgm:prSet phldrT="[Text]"/>
      <dgm:spPr/>
      <dgm:t>
        <a:bodyPr/>
        <a:lstStyle/>
        <a:p>
          <a:pPr>
            <a:buNone/>
          </a:pPr>
          <a:r>
            <a:rPr lang="en-IN" b="1" dirty="0"/>
            <a:t>Account &amp; Branch Usage</a:t>
          </a:r>
          <a:br>
            <a:rPr lang="en-IN" dirty="0"/>
          </a:br>
          <a:endParaRPr lang="en-IN" dirty="0"/>
        </a:p>
      </dgm:t>
    </dgm:pt>
    <dgm:pt modelId="{6FB47482-F6AE-4743-B76A-BD1326F34099}" type="parTrans" cxnId="{B21F5BBD-DD46-4238-9F99-A2B45F643447}">
      <dgm:prSet/>
      <dgm:spPr/>
      <dgm:t>
        <a:bodyPr/>
        <a:lstStyle/>
        <a:p>
          <a:endParaRPr lang="en-IN"/>
        </a:p>
      </dgm:t>
    </dgm:pt>
    <dgm:pt modelId="{37A9BD3F-3EEE-43DA-8036-A357E83C2C37}" type="sibTrans" cxnId="{B21F5BBD-DD46-4238-9F99-A2B45F643447}">
      <dgm:prSet/>
      <dgm:spPr/>
      <dgm:t>
        <a:bodyPr/>
        <a:lstStyle/>
        <a:p>
          <a:endParaRPr lang="en-IN"/>
        </a:p>
      </dgm:t>
    </dgm:pt>
    <dgm:pt modelId="{44082804-9FA1-41CC-86FD-01E4539613D7}">
      <dgm:prSet phldrT="[Text]"/>
      <dgm:spPr/>
      <dgm:t>
        <a:bodyPr/>
        <a:lstStyle/>
        <a:p>
          <a:pPr>
            <a:buNone/>
          </a:pPr>
          <a:r>
            <a:rPr lang="en-IN" b="1" dirty="0"/>
            <a:t>Transaction Behaviour</a:t>
          </a:r>
          <a:br>
            <a:rPr lang="en-IN" dirty="0"/>
          </a:br>
          <a:endParaRPr lang="en-IN" dirty="0"/>
        </a:p>
      </dgm:t>
    </dgm:pt>
    <dgm:pt modelId="{09CCDD87-1D3C-47F5-8EF8-4D29DD669244}" type="parTrans" cxnId="{49591058-3A0C-45B3-BABE-6A7329816349}">
      <dgm:prSet/>
      <dgm:spPr/>
      <dgm:t>
        <a:bodyPr/>
        <a:lstStyle/>
        <a:p>
          <a:endParaRPr lang="en-IN"/>
        </a:p>
      </dgm:t>
    </dgm:pt>
    <dgm:pt modelId="{45058EA4-91D7-4A65-8E7A-59547482AAA0}" type="sibTrans" cxnId="{49591058-3A0C-45B3-BABE-6A7329816349}">
      <dgm:prSet/>
      <dgm:spPr/>
      <dgm:t>
        <a:bodyPr/>
        <a:lstStyle/>
        <a:p>
          <a:endParaRPr lang="en-IN"/>
        </a:p>
      </dgm:t>
    </dgm:pt>
    <dgm:pt modelId="{8358A9C9-13D0-4643-83BC-ED1EE8F88A29}">
      <dgm:prSet phldrT="[Text]"/>
      <dgm:spPr/>
      <dgm:t>
        <a:bodyPr/>
        <a:lstStyle/>
        <a:p>
          <a:pPr>
            <a:buNone/>
          </a:pPr>
          <a:r>
            <a:rPr lang="en-IN" b="1" dirty="0"/>
            <a:t>Loan &amp; Repayment Performance</a:t>
          </a:r>
          <a:br>
            <a:rPr lang="en-IN" dirty="0"/>
          </a:br>
          <a:endParaRPr lang="en-IN" dirty="0"/>
        </a:p>
      </dgm:t>
    </dgm:pt>
    <dgm:pt modelId="{FFC6FBB1-0D12-4593-AB51-4A6A53BC2448}" type="parTrans" cxnId="{35D62B60-586D-4B7E-B230-C658A56551EC}">
      <dgm:prSet/>
      <dgm:spPr/>
      <dgm:t>
        <a:bodyPr/>
        <a:lstStyle/>
        <a:p>
          <a:endParaRPr lang="en-IN"/>
        </a:p>
      </dgm:t>
    </dgm:pt>
    <dgm:pt modelId="{8BBE3CA3-980D-42B1-B6D3-D451EF79D221}" type="sibTrans" cxnId="{35D62B60-586D-4B7E-B230-C658A56551EC}">
      <dgm:prSet/>
      <dgm:spPr/>
      <dgm:t>
        <a:bodyPr/>
        <a:lstStyle/>
        <a:p>
          <a:endParaRPr lang="en-IN"/>
        </a:p>
      </dgm:t>
    </dgm:pt>
    <dgm:pt modelId="{AEE9430D-D09E-4B9D-B567-45A5B3C93E17}">
      <dgm:prSet phldrT="[Text]"/>
      <dgm:spPr/>
      <dgm:t>
        <a:bodyPr/>
        <a:lstStyle/>
        <a:p>
          <a:pPr>
            <a:buNone/>
          </a:pPr>
          <a:r>
            <a:rPr lang="en-IN" b="1" dirty="0"/>
            <a:t>Card &amp; Product Engagement</a:t>
          </a:r>
          <a:br>
            <a:rPr lang="en-IN" dirty="0"/>
          </a:br>
          <a:endParaRPr lang="en-IN" dirty="0"/>
        </a:p>
      </dgm:t>
    </dgm:pt>
    <dgm:pt modelId="{50B0019A-6D9B-46C8-9E43-82CEA5E97811}" type="parTrans" cxnId="{CCF56A17-0115-4882-BC94-6DEB796739EF}">
      <dgm:prSet/>
      <dgm:spPr/>
      <dgm:t>
        <a:bodyPr/>
        <a:lstStyle/>
        <a:p>
          <a:endParaRPr lang="en-IN"/>
        </a:p>
      </dgm:t>
    </dgm:pt>
    <dgm:pt modelId="{CA0F9436-9E8F-4BE6-B9B2-C1E6319BD916}" type="sibTrans" cxnId="{CCF56A17-0115-4882-BC94-6DEB796739EF}">
      <dgm:prSet/>
      <dgm:spPr/>
      <dgm:t>
        <a:bodyPr/>
        <a:lstStyle/>
        <a:p>
          <a:endParaRPr lang="en-IN"/>
        </a:p>
      </dgm:t>
    </dgm:pt>
    <dgm:pt modelId="{E4CC91AD-6F83-467B-B733-6ACB5ED0EEBD}">
      <dgm:prSet phldrT="[Text]"/>
      <dgm:spPr/>
      <dgm:t>
        <a:bodyPr/>
        <a:lstStyle/>
        <a:p>
          <a:pPr>
            <a:buNone/>
          </a:pPr>
          <a:r>
            <a:rPr lang="en-IN" b="1" dirty="0"/>
            <a:t>Overall Banking Insights</a:t>
          </a:r>
          <a:endParaRPr lang="en-IN" dirty="0"/>
        </a:p>
      </dgm:t>
    </dgm:pt>
    <dgm:pt modelId="{648F0984-DB37-40F4-9876-EB63BCCA8C4D}" type="parTrans" cxnId="{701E845A-4189-42A5-AAA9-B0B8B7141CB8}">
      <dgm:prSet/>
      <dgm:spPr/>
      <dgm:t>
        <a:bodyPr/>
        <a:lstStyle/>
        <a:p>
          <a:endParaRPr lang="en-IN"/>
        </a:p>
      </dgm:t>
    </dgm:pt>
    <dgm:pt modelId="{1425137B-70F8-450C-BB36-E3BFD3508AC6}" type="sibTrans" cxnId="{701E845A-4189-42A5-AAA9-B0B8B7141CB8}">
      <dgm:prSet/>
      <dgm:spPr/>
      <dgm:t>
        <a:bodyPr/>
        <a:lstStyle/>
        <a:p>
          <a:endParaRPr lang="en-IN"/>
        </a:p>
      </dgm:t>
    </dgm:pt>
    <dgm:pt modelId="{8EBA82AD-8CC4-405A-AD4B-DD68EC922D00}" type="pres">
      <dgm:prSet presAssocID="{DA130618-18FE-4B08-8135-44CDDDCA68F0}" presName="CompostProcess" presStyleCnt="0">
        <dgm:presLayoutVars>
          <dgm:dir/>
          <dgm:resizeHandles val="exact"/>
        </dgm:presLayoutVars>
      </dgm:prSet>
      <dgm:spPr/>
    </dgm:pt>
    <dgm:pt modelId="{B837201B-545C-49A4-8ED3-186CC2D4C30D}" type="pres">
      <dgm:prSet presAssocID="{DA130618-18FE-4B08-8135-44CDDDCA68F0}" presName="arrow" presStyleLbl="bgShp" presStyleIdx="0" presStyleCnt="1"/>
      <dgm:spPr/>
    </dgm:pt>
    <dgm:pt modelId="{34FB9760-3ACF-4997-9BA6-6B887AFCE577}" type="pres">
      <dgm:prSet presAssocID="{DA130618-18FE-4B08-8135-44CDDDCA68F0}" presName="linearProcess" presStyleCnt="0"/>
      <dgm:spPr/>
    </dgm:pt>
    <dgm:pt modelId="{54F401A7-75A9-4851-90DC-40DE8FAE1D93}" type="pres">
      <dgm:prSet presAssocID="{17263C05-DFB7-4B19-A427-35B35FD92552}" presName="textNode" presStyleLbl="node1" presStyleIdx="0" presStyleCnt="6">
        <dgm:presLayoutVars>
          <dgm:bulletEnabled val="1"/>
        </dgm:presLayoutVars>
      </dgm:prSet>
      <dgm:spPr/>
    </dgm:pt>
    <dgm:pt modelId="{AA3C23CE-5FB2-4550-82EF-0FFFC547DD33}" type="pres">
      <dgm:prSet presAssocID="{9CBB6D4D-B61C-483B-8F2B-C18E094ED4C8}" presName="sibTrans" presStyleCnt="0"/>
      <dgm:spPr/>
    </dgm:pt>
    <dgm:pt modelId="{AB371C16-6331-43D0-B978-E09DA7C2BCD9}" type="pres">
      <dgm:prSet presAssocID="{691A3D3B-E358-4D23-8DB0-D96B2B26DAD9}" presName="textNode" presStyleLbl="node1" presStyleIdx="1" presStyleCnt="6">
        <dgm:presLayoutVars>
          <dgm:bulletEnabled val="1"/>
        </dgm:presLayoutVars>
      </dgm:prSet>
      <dgm:spPr/>
    </dgm:pt>
    <dgm:pt modelId="{96A50ED7-6498-4CE4-A2F3-A7B725322DF4}" type="pres">
      <dgm:prSet presAssocID="{37A9BD3F-3EEE-43DA-8036-A357E83C2C37}" presName="sibTrans" presStyleCnt="0"/>
      <dgm:spPr/>
    </dgm:pt>
    <dgm:pt modelId="{A7EA8AAC-A06A-413B-983E-FDF6403A4D84}" type="pres">
      <dgm:prSet presAssocID="{44082804-9FA1-41CC-86FD-01E4539613D7}" presName="textNode" presStyleLbl="node1" presStyleIdx="2" presStyleCnt="6">
        <dgm:presLayoutVars>
          <dgm:bulletEnabled val="1"/>
        </dgm:presLayoutVars>
      </dgm:prSet>
      <dgm:spPr/>
    </dgm:pt>
    <dgm:pt modelId="{A51E3478-F31D-4419-9AA0-D59218091450}" type="pres">
      <dgm:prSet presAssocID="{45058EA4-91D7-4A65-8E7A-59547482AAA0}" presName="sibTrans" presStyleCnt="0"/>
      <dgm:spPr/>
    </dgm:pt>
    <dgm:pt modelId="{586E7D38-748E-4B2B-AE02-DC98FEC41E74}" type="pres">
      <dgm:prSet presAssocID="{8358A9C9-13D0-4643-83BC-ED1EE8F88A29}" presName="textNode" presStyleLbl="node1" presStyleIdx="3" presStyleCnt="6">
        <dgm:presLayoutVars>
          <dgm:bulletEnabled val="1"/>
        </dgm:presLayoutVars>
      </dgm:prSet>
      <dgm:spPr/>
    </dgm:pt>
    <dgm:pt modelId="{9CCC3BF8-FCCB-484C-980B-1CF22D5EFB4C}" type="pres">
      <dgm:prSet presAssocID="{8BBE3CA3-980D-42B1-B6D3-D451EF79D221}" presName="sibTrans" presStyleCnt="0"/>
      <dgm:spPr/>
    </dgm:pt>
    <dgm:pt modelId="{DBCF0CEA-9C8F-4D7D-B5DC-E32B76FFD006}" type="pres">
      <dgm:prSet presAssocID="{AEE9430D-D09E-4B9D-B567-45A5B3C93E17}" presName="textNode" presStyleLbl="node1" presStyleIdx="4" presStyleCnt="6">
        <dgm:presLayoutVars>
          <dgm:bulletEnabled val="1"/>
        </dgm:presLayoutVars>
      </dgm:prSet>
      <dgm:spPr/>
    </dgm:pt>
    <dgm:pt modelId="{D96D403A-A4E3-4DC2-BBD3-CEB2657396ED}" type="pres">
      <dgm:prSet presAssocID="{CA0F9436-9E8F-4BE6-B9B2-C1E6319BD916}" presName="sibTrans" presStyleCnt="0"/>
      <dgm:spPr/>
    </dgm:pt>
    <dgm:pt modelId="{7C41062C-B531-4693-8686-327A3D28587F}" type="pres">
      <dgm:prSet presAssocID="{E4CC91AD-6F83-467B-B733-6ACB5ED0EEBD}" presName="textNode" presStyleLbl="node1" presStyleIdx="5" presStyleCnt="6">
        <dgm:presLayoutVars>
          <dgm:bulletEnabled val="1"/>
        </dgm:presLayoutVars>
      </dgm:prSet>
      <dgm:spPr/>
    </dgm:pt>
  </dgm:ptLst>
  <dgm:cxnLst>
    <dgm:cxn modelId="{CCF56A17-0115-4882-BC94-6DEB796739EF}" srcId="{DA130618-18FE-4B08-8135-44CDDDCA68F0}" destId="{AEE9430D-D09E-4B9D-B567-45A5B3C93E17}" srcOrd="4" destOrd="0" parTransId="{50B0019A-6D9B-46C8-9E43-82CEA5E97811}" sibTransId="{CA0F9436-9E8F-4BE6-B9B2-C1E6319BD916}"/>
    <dgm:cxn modelId="{A2CE0021-2E71-40D7-BD15-874A46E804F4}" type="presOf" srcId="{AEE9430D-D09E-4B9D-B567-45A5B3C93E17}" destId="{DBCF0CEA-9C8F-4D7D-B5DC-E32B76FFD006}" srcOrd="0" destOrd="0" presId="urn:microsoft.com/office/officeart/2005/8/layout/hProcess9"/>
    <dgm:cxn modelId="{538AA836-E8C0-450C-8E3D-8B8BC4101CBC}" srcId="{DA130618-18FE-4B08-8135-44CDDDCA68F0}" destId="{17263C05-DFB7-4B19-A427-35B35FD92552}" srcOrd="0" destOrd="0" parTransId="{5407F933-5529-4DCD-B748-09172CD09375}" sibTransId="{9CBB6D4D-B61C-483B-8F2B-C18E094ED4C8}"/>
    <dgm:cxn modelId="{CF30C95F-47EA-4622-88FB-C2235ABCDC06}" type="presOf" srcId="{17263C05-DFB7-4B19-A427-35B35FD92552}" destId="{54F401A7-75A9-4851-90DC-40DE8FAE1D93}" srcOrd="0" destOrd="0" presId="urn:microsoft.com/office/officeart/2005/8/layout/hProcess9"/>
    <dgm:cxn modelId="{35D62B60-586D-4B7E-B230-C658A56551EC}" srcId="{DA130618-18FE-4B08-8135-44CDDDCA68F0}" destId="{8358A9C9-13D0-4643-83BC-ED1EE8F88A29}" srcOrd="3" destOrd="0" parTransId="{FFC6FBB1-0D12-4593-AB51-4A6A53BC2448}" sibTransId="{8BBE3CA3-980D-42B1-B6D3-D451EF79D221}"/>
    <dgm:cxn modelId="{49591058-3A0C-45B3-BABE-6A7329816349}" srcId="{DA130618-18FE-4B08-8135-44CDDDCA68F0}" destId="{44082804-9FA1-41CC-86FD-01E4539613D7}" srcOrd="2" destOrd="0" parTransId="{09CCDD87-1D3C-47F5-8EF8-4D29DD669244}" sibTransId="{45058EA4-91D7-4A65-8E7A-59547482AAA0}"/>
    <dgm:cxn modelId="{701E845A-4189-42A5-AAA9-B0B8B7141CB8}" srcId="{DA130618-18FE-4B08-8135-44CDDDCA68F0}" destId="{E4CC91AD-6F83-467B-B733-6ACB5ED0EEBD}" srcOrd="5" destOrd="0" parTransId="{648F0984-DB37-40F4-9876-EB63BCCA8C4D}" sibTransId="{1425137B-70F8-450C-BB36-E3BFD3508AC6}"/>
    <dgm:cxn modelId="{B95D19AE-2C15-455B-8F8B-4CD109B24644}" type="presOf" srcId="{8358A9C9-13D0-4643-83BC-ED1EE8F88A29}" destId="{586E7D38-748E-4B2B-AE02-DC98FEC41E74}" srcOrd="0" destOrd="0" presId="urn:microsoft.com/office/officeart/2005/8/layout/hProcess9"/>
    <dgm:cxn modelId="{B21F5BBD-DD46-4238-9F99-A2B45F643447}" srcId="{DA130618-18FE-4B08-8135-44CDDDCA68F0}" destId="{691A3D3B-E358-4D23-8DB0-D96B2B26DAD9}" srcOrd="1" destOrd="0" parTransId="{6FB47482-F6AE-4743-B76A-BD1326F34099}" sibTransId="{37A9BD3F-3EEE-43DA-8036-A357E83C2C37}"/>
    <dgm:cxn modelId="{0146F8DD-9E80-4E35-A24A-76D1F53A657B}" type="presOf" srcId="{44082804-9FA1-41CC-86FD-01E4539613D7}" destId="{A7EA8AAC-A06A-413B-983E-FDF6403A4D84}" srcOrd="0" destOrd="0" presId="urn:microsoft.com/office/officeart/2005/8/layout/hProcess9"/>
    <dgm:cxn modelId="{1C6122E8-C9A4-41F4-8BC3-FCED256D7E55}" type="presOf" srcId="{DA130618-18FE-4B08-8135-44CDDDCA68F0}" destId="{8EBA82AD-8CC4-405A-AD4B-DD68EC922D00}" srcOrd="0" destOrd="0" presId="urn:microsoft.com/office/officeart/2005/8/layout/hProcess9"/>
    <dgm:cxn modelId="{6CCC95E8-6287-4C7B-AEA8-A28D7A9EC525}" type="presOf" srcId="{E4CC91AD-6F83-467B-B733-6ACB5ED0EEBD}" destId="{7C41062C-B531-4693-8686-327A3D28587F}" srcOrd="0" destOrd="0" presId="urn:microsoft.com/office/officeart/2005/8/layout/hProcess9"/>
    <dgm:cxn modelId="{AE1968F3-AF7A-461A-80D6-19536D1EA2D3}" type="presOf" srcId="{691A3D3B-E358-4D23-8DB0-D96B2B26DAD9}" destId="{AB371C16-6331-43D0-B978-E09DA7C2BCD9}" srcOrd="0" destOrd="0" presId="urn:microsoft.com/office/officeart/2005/8/layout/hProcess9"/>
    <dgm:cxn modelId="{19BFBDA5-E7AD-40E6-B497-0CAB1B49443A}" type="presParOf" srcId="{8EBA82AD-8CC4-405A-AD4B-DD68EC922D00}" destId="{B837201B-545C-49A4-8ED3-186CC2D4C30D}" srcOrd="0" destOrd="0" presId="urn:microsoft.com/office/officeart/2005/8/layout/hProcess9"/>
    <dgm:cxn modelId="{F141CF8E-7CCD-4666-9ACB-C740EB0FF47A}" type="presParOf" srcId="{8EBA82AD-8CC4-405A-AD4B-DD68EC922D00}" destId="{34FB9760-3ACF-4997-9BA6-6B887AFCE577}" srcOrd="1" destOrd="0" presId="urn:microsoft.com/office/officeart/2005/8/layout/hProcess9"/>
    <dgm:cxn modelId="{B400D9A7-42F8-4D09-B3E0-49C9D3F900EE}" type="presParOf" srcId="{34FB9760-3ACF-4997-9BA6-6B887AFCE577}" destId="{54F401A7-75A9-4851-90DC-40DE8FAE1D93}" srcOrd="0" destOrd="0" presId="urn:microsoft.com/office/officeart/2005/8/layout/hProcess9"/>
    <dgm:cxn modelId="{DE46C353-E9F6-4F0A-8FF1-46305640F946}" type="presParOf" srcId="{34FB9760-3ACF-4997-9BA6-6B887AFCE577}" destId="{AA3C23CE-5FB2-4550-82EF-0FFFC547DD33}" srcOrd="1" destOrd="0" presId="urn:microsoft.com/office/officeart/2005/8/layout/hProcess9"/>
    <dgm:cxn modelId="{AFC9E282-B16B-4102-97B0-722837FEC2E1}" type="presParOf" srcId="{34FB9760-3ACF-4997-9BA6-6B887AFCE577}" destId="{AB371C16-6331-43D0-B978-E09DA7C2BCD9}" srcOrd="2" destOrd="0" presId="urn:microsoft.com/office/officeart/2005/8/layout/hProcess9"/>
    <dgm:cxn modelId="{D7FC1126-2D74-4633-AD3E-74F8158019CF}" type="presParOf" srcId="{34FB9760-3ACF-4997-9BA6-6B887AFCE577}" destId="{96A50ED7-6498-4CE4-A2F3-A7B725322DF4}" srcOrd="3" destOrd="0" presId="urn:microsoft.com/office/officeart/2005/8/layout/hProcess9"/>
    <dgm:cxn modelId="{9EDF4F3C-946F-43D7-97E5-4ACD03819CDA}" type="presParOf" srcId="{34FB9760-3ACF-4997-9BA6-6B887AFCE577}" destId="{A7EA8AAC-A06A-413B-983E-FDF6403A4D84}" srcOrd="4" destOrd="0" presId="urn:microsoft.com/office/officeart/2005/8/layout/hProcess9"/>
    <dgm:cxn modelId="{4E623CC2-1AEA-49B7-9CF6-44898455A969}" type="presParOf" srcId="{34FB9760-3ACF-4997-9BA6-6B887AFCE577}" destId="{A51E3478-F31D-4419-9AA0-D59218091450}" srcOrd="5" destOrd="0" presId="urn:microsoft.com/office/officeart/2005/8/layout/hProcess9"/>
    <dgm:cxn modelId="{7DFC67FE-5C49-4615-823D-3EC34F3861EA}" type="presParOf" srcId="{34FB9760-3ACF-4997-9BA6-6B887AFCE577}" destId="{586E7D38-748E-4B2B-AE02-DC98FEC41E74}" srcOrd="6" destOrd="0" presId="urn:microsoft.com/office/officeart/2005/8/layout/hProcess9"/>
    <dgm:cxn modelId="{2B514C06-45E9-4C03-B858-C7998DBF4080}" type="presParOf" srcId="{34FB9760-3ACF-4997-9BA6-6B887AFCE577}" destId="{9CCC3BF8-FCCB-484C-980B-1CF22D5EFB4C}" srcOrd="7" destOrd="0" presId="urn:microsoft.com/office/officeart/2005/8/layout/hProcess9"/>
    <dgm:cxn modelId="{5045A6B2-3CCA-4DC6-BD38-B565B58D502F}" type="presParOf" srcId="{34FB9760-3ACF-4997-9BA6-6B887AFCE577}" destId="{DBCF0CEA-9C8F-4D7D-B5DC-E32B76FFD006}" srcOrd="8" destOrd="0" presId="urn:microsoft.com/office/officeart/2005/8/layout/hProcess9"/>
    <dgm:cxn modelId="{D0350B49-1862-44B4-9F86-E06E17FBBB85}" type="presParOf" srcId="{34FB9760-3ACF-4997-9BA6-6B887AFCE577}" destId="{D96D403A-A4E3-4DC2-BBD3-CEB2657396ED}" srcOrd="9" destOrd="0" presId="urn:microsoft.com/office/officeart/2005/8/layout/hProcess9"/>
    <dgm:cxn modelId="{B462513A-A2EA-4B3D-A2CA-60C56C2BB3B6}" type="presParOf" srcId="{34FB9760-3ACF-4997-9BA6-6B887AFCE577}" destId="{7C41062C-B531-4693-8686-327A3D28587F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C54678-166B-403A-BE89-C9B0D1641160}">
      <dsp:nvSpPr>
        <dsp:cNvPr id="0" name=""/>
        <dsp:cNvSpPr/>
      </dsp:nvSpPr>
      <dsp:spPr>
        <a:xfrm>
          <a:off x="189" y="572937"/>
          <a:ext cx="971675" cy="7744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Data Collection</a:t>
          </a:r>
        </a:p>
      </dsp:txBody>
      <dsp:txXfrm>
        <a:off x="22871" y="595619"/>
        <a:ext cx="926311" cy="729054"/>
      </dsp:txXfrm>
    </dsp:sp>
    <dsp:sp modelId="{C9EC3F87-9F44-4AD7-BC5B-BE5871F9CB3E}">
      <dsp:nvSpPr>
        <dsp:cNvPr id="0" name=""/>
        <dsp:cNvSpPr/>
      </dsp:nvSpPr>
      <dsp:spPr>
        <a:xfrm>
          <a:off x="1098455" y="803176"/>
          <a:ext cx="268369" cy="31394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1098455" y="865964"/>
        <a:ext cx="187858" cy="188365"/>
      </dsp:txXfrm>
    </dsp:sp>
    <dsp:sp modelId="{ABA2E8A2-E221-4640-9EC4-354211F633C9}">
      <dsp:nvSpPr>
        <dsp:cNvPr id="0" name=""/>
        <dsp:cNvSpPr/>
      </dsp:nvSpPr>
      <dsp:spPr>
        <a:xfrm>
          <a:off x="1478223" y="649990"/>
          <a:ext cx="1569633" cy="62031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Data Cleaning</a:t>
          </a:r>
        </a:p>
      </dsp:txBody>
      <dsp:txXfrm>
        <a:off x="1496391" y="668158"/>
        <a:ext cx="1533297" cy="583976"/>
      </dsp:txXfrm>
    </dsp:sp>
    <dsp:sp modelId="{EE00355B-3CFE-4AFD-B2DF-258B10AC2AB4}">
      <dsp:nvSpPr>
        <dsp:cNvPr id="0" name=""/>
        <dsp:cNvSpPr/>
      </dsp:nvSpPr>
      <dsp:spPr>
        <a:xfrm>
          <a:off x="3174447" y="803176"/>
          <a:ext cx="268369" cy="31394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3174447" y="865964"/>
        <a:ext cx="187858" cy="188365"/>
      </dsp:txXfrm>
    </dsp:sp>
    <dsp:sp modelId="{1453A14D-4823-4547-A985-A59072CD6301}">
      <dsp:nvSpPr>
        <dsp:cNvPr id="0" name=""/>
        <dsp:cNvSpPr/>
      </dsp:nvSpPr>
      <dsp:spPr>
        <a:xfrm>
          <a:off x="3554215" y="562576"/>
          <a:ext cx="1265895" cy="7951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MySQL Database </a:t>
          </a:r>
        </a:p>
      </dsp:txBody>
      <dsp:txXfrm>
        <a:off x="3577504" y="585865"/>
        <a:ext cx="1219317" cy="748562"/>
      </dsp:txXfrm>
    </dsp:sp>
    <dsp:sp modelId="{3338FF9A-3323-4208-AB40-4CDC3244F8EB}">
      <dsp:nvSpPr>
        <dsp:cNvPr id="0" name=""/>
        <dsp:cNvSpPr/>
      </dsp:nvSpPr>
      <dsp:spPr>
        <a:xfrm>
          <a:off x="4946700" y="803176"/>
          <a:ext cx="268369" cy="31394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4946700" y="865964"/>
        <a:ext cx="187858" cy="188365"/>
      </dsp:txXfrm>
    </dsp:sp>
    <dsp:sp modelId="{D2FE6C91-3898-4A07-905D-EAE55F254D45}">
      <dsp:nvSpPr>
        <dsp:cNvPr id="0" name=""/>
        <dsp:cNvSpPr/>
      </dsp:nvSpPr>
      <dsp:spPr>
        <a:xfrm>
          <a:off x="5326468" y="562576"/>
          <a:ext cx="1265895" cy="7951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EER Diagram and Relationships</a:t>
          </a:r>
          <a:endParaRPr lang="en-IN" sz="1500" kern="1200" dirty="0"/>
        </a:p>
      </dsp:txBody>
      <dsp:txXfrm>
        <a:off x="5349757" y="585865"/>
        <a:ext cx="1219317" cy="748562"/>
      </dsp:txXfrm>
    </dsp:sp>
    <dsp:sp modelId="{E8D3BCD2-3DAD-4115-A57B-1C23126D385E}">
      <dsp:nvSpPr>
        <dsp:cNvPr id="0" name=""/>
        <dsp:cNvSpPr/>
      </dsp:nvSpPr>
      <dsp:spPr>
        <a:xfrm>
          <a:off x="6718953" y="803176"/>
          <a:ext cx="268369" cy="31394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6718953" y="865964"/>
        <a:ext cx="187858" cy="188365"/>
      </dsp:txXfrm>
    </dsp:sp>
    <dsp:sp modelId="{2F3811AA-00BF-4CEE-91AB-5F178A94458C}">
      <dsp:nvSpPr>
        <dsp:cNvPr id="0" name=""/>
        <dsp:cNvSpPr/>
      </dsp:nvSpPr>
      <dsp:spPr>
        <a:xfrm>
          <a:off x="7098721" y="562576"/>
          <a:ext cx="1265895" cy="7951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SQL Analysis</a:t>
          </a:r>
        </a:p>
      </dsp:txBody>
      <dsp:txXfrm>
        <a:off x="7122010" y="585865"/>
        <a:ext cx="1219317" cy="748562"/>
      </dsp:txXfrm>
    </dsp:sp>
    <dsp:sp modelId="{9765B3BB-D520-42D1-A469-8AE08143FC86}">
      <dsp:nvSpPr>
        <dsp:cNvPr id="0" name=""/>
        <dsp:cNvSpPr/>
      </dsp:nvSpPr>
      <dsp:spPr>
        <a:xfrm>
          <a:off x="8491206" y="803176"/>
          <a:ext cx="268369" cy="31394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8491206" y="865964"/>
        <a:ext cx="187858" cy="188365"/>
      </dsp:txXfrm>
    </dsp:sp>
    <dsp:sp modelId="{4AF097CB-1A27-42BD-9836-D244159B4D13}">
      <dsp:nvSpPr>
        <dsp:cNvPr id="0" name=""/>
        <dsp:cNvSpPr/>
      </dsp:nvSpPr>
      <dsp:spPr>
        <a:xfrm>
          <a:off x="8870974" y="562576"/>
          <a:ext cx="1265895" cy="7951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Business Insights</a:t>
          </a:r>
        </a:p>
      </dsp:txBody>
      <dsp:txXfrm>
        <a:off x="8894263" y="585865"/>
        <a:ext cx="1219317" cy="7485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37201B-545C-49A4-8ED3-186CC2D4C30D}">
      <dsp:nvSpPr>
        <dsp:cNvPr id="0" name=""/>
        <dsp:cNvSpPr/>
      </dsp:nvSpPr>
      <dsp:spPr>
        <a:xfrm>
          <a:off x="586248" y="0"/>
          <a:ext cx="6644148" cy="3657596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F401A7-75A9-4851-90DC-40DE8FAE1D93}">
      <dsp:nvSpPr>
        <dsp:cNvPr id="0" name=""/>
        <dsp:cNvSpPr/>
      </dsp:nvSpPr>
      <dsp:spPr>
        <a:xfrm>
          <a:off x="2146" y="1097278"/>
          <a:ext cx="1249976" cy="146303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Customer &amp; KYC Insights</a:t>
          </a:r>
        </a:p>
      </dsp:txBody>
      <dsp:txXfrm>
        <a:off x="63165" y="1158297"/>
        <a:ext cx="1127938" cy="1341000"/>
      </dsp:txXfrm>
    </dsp:sp>
    <dsp:sp modelId="{AB371C16-6331-43D0-B978-E09DA7C2BCD9}">
      <dsp:nvSpPr>
        <dsp:cNvPr id="0" name=""/>
        <dsp:cNvSpPr/>
      </dsp:nvSpPr>
      <dsp:spPr>
        <a:xfrm>
          <a:off x="1314621" y="1097278"/>
          <a:ext cx="1249976" cy="146303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Account &amp; Branch Usage</a:t>
          </a:r>
          <a:br>
            <a:rPr lang="en-IN" sz="1400" kern="1200" dirty="0"/>
          </a:br>
          <a:endParaRPr lang="en-IN" sz="1400" kern="1200" dirty="0"/>
        </a:p>
      </dsp:txBody>
      <dsp:txXfrm>
        <a:off x="1375640" y="1158297"/>
        <a:ext cx="1127938" cy="1341000"/>
      </dsp:txXfrm>
    </dsp:sp>
    <dsp:sp modelId="{A7EA8AAC-A06A-413B-983E-FDF6403A4D84}">
      <dsp:nvSpPr>
        <dsp:cNvPr id="0" name=""/>
        <dsp:cNvSpPr/>
      </dsp:nvSpPr>
      <dsp:spPr>
        <a:xfrm>
          <a:off x="2627096" y="1097278"/>
          <a:ext cx="1249976" cy="146303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Transaction Behaviour</a:t>
          </a:r>
          <a:br>
            <a:rPr lang="en-IN" sz="1400" kern="1200" dirty="0"/>
          </a:br>
          <a:endParaRPr lang="en-IN" sz="1400" kern="1200" dirty="0"/>
        </a:p>
      </dsp:txBody>
      <dsp:txXfrm>
        <a:off x="2688115" y="1158297"/>
        <a:ext cx="1127938" cy="1341000"/>
      </dsp:txXfrm>
    </dsp:sp>
    <dsp:sp modelId="{586E7D38-748E-4B2B-AE02-DC98FEC41E74}">
      <dsp:nvSpPr>
        <dsp:cNvPr id="0" name=""/>
        <dsp:cNvSpPr/>
      </dsp:nvSpPr>
      <dsp:spPr>
        <a:xfrm>
          <a:off x="3939571" y="1097278"/>
          <a:ext cx="1249976" cy="146303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Loan &amp; Repayment Performance</a:t>
          </a:r>
          <a:br>
            <a:rPr lang="en-IN" sz="1400" kern="1200" dirty="0"/>
          </a:br>
          <a:endParaRPr lang="en-IN" sz="1400" kern="1200" dirty="0"/>
        </a:p>
      </dsp:txBody>
      <dsp:txXfrm>
        <a:off x="4000590" y="1158297"/>
        <a:ext cx="1127938" cy="1341000"/>
      </dsp:txXfrm>
    </dsp:sp>
    <dsp:sp modelId="{DBCF0CEA-9C8F-4D7D-B5DC-E32B76FFD006}">
      <dsp:nvSpPr>
        <dsp:cNvPr id="0" name=""/>
        <dsp:cNvSpPr/>
      </dsp:nvSpPr>
      <dsp:spPr>
        <a:xfrm>
          <a:off x="5252046" y="1097278"/>
          <a:ext cx="1249976" cy="146303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Card &amp; Product Engagement</a:t>
          </a:r>
          <a:br>
            <a:rPr lang="en-IN" sz="1400" kern="1200" dirty="0"/>
          </a:br>
          <a:endParaRPr lang="en-IN" sz="1400" kern="1200" dirty="0"/>
        </a:p>
      </dsp:txBody>
      <dsp:txXfrm>
        <a:off x="5313065" y="1158297"/>
        <a:ext cx="1127938" cy="1341000"/>
      </dsp:txXfrm>
    </dsp:sp>
    <dsp:sp modelId="{7C41062C-B531-4693-8686-327A3D28587F}">
      <dsp:nvSpPr>
        <dsp:cNvPr id="0" name=""/>
        <dsp:cNvSpPr/>
      </dsp:nvSpPr>
      <dsp:spPr>
        <a:xfrm>
          <a:off x="6564521" y="1097278"/>
          <a:ext cx="1249976" cy="146303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Overall Banking Insights</a:t>
          </a:r>
          <a:endParaRPr lang="en-IN" sz="1400" kern="1200" dirty="0"/>
        </a:p>
      </dsp:txBody>
      <dsp:txXfrm>
        <a:off x="6625540" y="1158297"/>
        <a:ext cx="1127938" cy="1341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47107-B51D-C8DB-0502-47FFD84B6E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A6EF2A-2C3C-E61C-9F0B-9F35F37F5C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9E64E-6DB4-9D61-A5D2-58BAEF5C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C04D9-79DB-B37E-0485-CA00F6A10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3EFFD-893C-6CD4-1635-7944C4CDD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475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8F7C8-4833-13DC-AF5C-41B3DCC6F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B8428-B93A-2C6D-2926-7CA222AD4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B794C-8612-A375-C1B3-C557252C1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4A626-2A2F-A4BF-603D-DA359467F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7F785-2322-AF2A-1B83-6876C93DD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137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51C8D-F8DB-FBF0-E8D6-08033B9E5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7DE612-116C-E5F8-75A3-7011C355E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4DE66-1CF8-94CC-C108-F4BB9F3A6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EBF1F-6417-D9AB-82E3-561C48F0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1A958-81D6-4DA1-8F16-5B3F16DE4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292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C64BF-3EEF-18EC-BAE0-4FF133DC6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EC090-6505-0349-A94C-97F075F35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052C0E-9B78-EB4D-4132-CCC3F7AE63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5E5C77-B862-8E91-58AA-F39A1631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66B84C-EF77-C680-4FFD-B6A6026A9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B15391-41E6-B480-16C4-9024936E4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9364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E2604-A577-B082-C9D9-7E36A246A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07F42-1E23-B5BE-B82C-726A07E1C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2065FD-EE92-DFD2-899D-41B93DBF5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5D92A6-2F60-B4CC-9E09-17997A56BC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10B6F4-D838-C17E-C30B-7ABC5877E7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DBD543-1AD0-3AA8-B3EB-AA2706D5B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7378CA-156A-26DE-53B0-1C7F0B764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C40908-4C39-CD51-3DEF-5E76309FF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904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2558D-A0A6-3A4A-78E5-63348A3EF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FD4800-63C3-B976-6263-33643FA83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C22B42-F5F4-6BA8-B385-8AD4CC673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BE0950-31F2-68C6-01DE-2D26E8C2C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4013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0A755E-9F2E-A44E-0B4C-1417CAD8A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6DD909-3A9B-E9B3-51F0-CA2791BA3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B60F5-C7D3-C57F-81A7-F81B71090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926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9380A-6CE5-88E9-5858-080EE6F9B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94645-28F0-0AE4-7414-1A7CD25EA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C53443-BED6-D912-A2C2-78E0D49F58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B070C5-BC4B-06CA-0AF4-F3576B1E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0FB76-39E0-A779-7182-CCB93757F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6067AB-50CC-C838-4DE9-5492829D0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4649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5D5E7-E81F-5E18-7885-D9B0D4C4B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2618F8-AA65-085E-52ED-6CCF4DFF2A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DBDD21-7E16-F448-7289-91F912BD1F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3894DD-AF5D-0454-0374-3AE9BDEB6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136227-E5EB-835B-F2B5-8D8B45FB9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54497A-8632-E70F-CDBB-278B2C8D9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76305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8E82A-1BC6-04A0-13FA-2042FF919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04EA92-BE5A-9275-9F78-A3D5EF91FD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2AC53-3ACB-A357-5E18-4E0C4F9CA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5DAEA-2EB4-BB30-CA0B-6566CD906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0C77B-4229-2BDA-A646-D5C8ED014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981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2F798A-7CE9-1718-C518-E5B30B3CCE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7CA05C-B7C8-08A7-036A-B2903F484C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E6D11-12C6-9A29-2295-78E458DA5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58B43-A4C1-844B-66BD-7854528F4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170DC-A9E3-6E6E-0517-61C1314F8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5726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326FFC-3830-193F-E558-3C1889077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8EA70C-3621-54DB-4973-9606E4C15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857FB-E5C4-FCC8-99E5-5640F0AB2D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752A9-F95B-B08F-EA45-764502C8AF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644BE-283E-0DFF-826D-11A00C269F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339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udralaPraharshitha24" TargetMode="External"/><Relationship Id="rId2" Type="http://schemas.openxmlformats.org/officeDocument/2006/relationships/hyperlink" Target="https://www.linkedin.com/in/samudrala-praharshitha-a8706436b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7" Type="http://schemas.openxmlformats.org/officeDocument/2006/relationships/image" Target="../media/image2.png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tmp"/><Relationship Id="rId5" Type="http://schemas.openxmlformats.org/officeDocument/2006/relationships/image" Target="../media/image7.tmp"/><Relationship Id="rId4" Type="http://schemas.openxmlformats.org/officeDocument/2006/relationships/image" Target="../media/image6.tm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9497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37901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32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Retail Banking Transaction Analysis</a:t>
            </a:r>
            <a:endParaRPr sz="32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1E77E-19DC-7FBD-8C89-0F0278F23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088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B556A-F9CA-4EC6-0861-D8B26642E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983226"/>
            <a:ext cx="10370574" cy="5102942"/>
          </a:xfrm>
          <a:ln>
            <a:solidFill>
              <a:srgbClr val="FF0000"/>
            </a:solidFill>
          </a:ln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Samudrala Praharshitha</a:t>
            </a:r>
          </a:p>
          <a:p>
            <a:pPr marL="11430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Btech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Experience: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Fresher</a:t>
            </a:r>
          </a:p>
          <a:p>
            <a:pPr marL="11430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  <a:p>
            <a:pPr marL="114300" indent="0">
              <a:buNone/>
            </a:pP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Why you want to learn Data Science: </a:t>
            </a:r>
            <a:r>
              <a:rPr lang="en-IN" sz="2400" dirty="0"/>
              <a:t>I want to learn Data Science to develop practical skills and build a career in the IT field.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LinkedIn: </a:t>
            </a:r>
            <a:r>
              <a:rPr lang="en-I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https://www.linkedin.com/in/samudrala-praharshitha-a8706436b</a:t>
            </a:r>
            <a:endParaRPr lang="en-IN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GitHub: </a:t>
            </a:r>
            <a:r>
              <a:rPr lang="en-I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https://github.com/SamudralaPraharshitha24</a:t>
            </a:r>
            <a:endParaRPr lang="en-IN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Google Shape;32;p10">
            <a:extLst>
              <a:ext uri="{FF2B5EF4-FFF2-40B4-BE49-F238E27FC236}">
                <a16:creationId xmlns:a16="http://schemas.microsoft.com/office/drawing/2014/main" id="{681CA14E-4253-A969-7EF1-32BEC7558D8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66748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04786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684879" y="304800"/>
            <a:ext cx="11039695" cy="845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 </a:t>
            </a:r>
            <a:endParaRPr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idx="1"/>
          </p:nvPr>
        </p:nvSpPr>
        <p:spPr>
          <a:xfrm>
            <a:off x="684880" y="149313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71634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53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Project Overview</a:t>
            </a:r>
            <a:br>
              <a:rPr lang="en-IN" sz="2253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sz="2253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53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Business Scenario</a:t>
            </a:r>
            <a:br>
              <a:rPr lang="en-IN" sz="2253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sz="2253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53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Business Objectives</a:t>
            </a:r>
            <a:br>
              <a:rPr lang="en-IN" sz="2253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sz="2253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53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Dataset &amp; Database Overview</a:t>
            </a:r>
            <a:br>
              <a:rPr lang="en-IN" sz="2253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sz="2253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53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ER Diagram &amp; Database Structure</a:t>
            </a:r>
            <a:br>
              <a:rPr lang="en-IN" sz="2253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sz="2253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53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Analysis of the Objectives</a:t>
            </a:r>
            <a:br>
              <a:rPr lang="en-IN" sz="2253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sz="2253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53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Overall Key Findings</a:t>
            </a:r>
            <a:br>
              <a:rPr lang="en-IN" sz="2253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sz="2253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53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Business Recommendations</a:t>
            </a:r>
            <a:br>
              <a:rPr lang="en-IN" sz="2253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endParaRPr sz="2253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53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Conclusion</a:t>
            </a:r>
            <a:endParaRPr sz="2253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4329125-94AD-A5FB-A2E8-A5AEE0F58475}"/>
              </a:ext>
            </a:extLst>
          </p:cNvPr>
          <p:cNvCxnSpPr>
            <a:cxnSpLocks/>
          </p:cNvCxnSpPr>
          <p:nvPr/>
        </p:nvCxnSpPr>
        <p:spPr>
          <a:xfrm>
            <a:off x="560439" y="1229032"/>
            <a:ext cx="1064004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4" name="Google Shape;32;p10">
            <a:extLst>
              <a:ext uri="{FF2B5EF4-FFF2-40B4-BE49-F238E27FC236}">
                <a16:creationId xmlns:a16="http://schemas.microsoft.com/office/drawing/2014/main" id="{B4EBF2F5-E084-A45F-3CB5-41DC70A3A1B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35574" y="6106326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CB24B-B7F7-F62D-80A7-0FC12FA7A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284" y="344128"/>
            <a:ext cx="10901516" cy="78842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94C5B6-9C7B-D1AD-FD7B-DEBE07031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283" y="1533841"/>
            <a:ext cx="11307097" cy="4643122"/>
          </a:xfrm>
        </p:spPr>
        <p:txBody>
          <a:bodyPr/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Banking Transaction Analysis using SQL.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relational banking database using MySQL. </a:t>
            </a:r>
          </a:p>
          <a:p>
            <a:pPr lvl="0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customer, account, transaction, loan, card, and branch data.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data cleaning, validation, and database structuring.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Established PK–FK relationships and an EER diagram.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SQL queries and joins to derive actionable business insights.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aims to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banking data using SQL and provide data-driven insights for better business decision-making</a:t>
            </a:r>
            <a:r>
              <a:rPr lang="en-IN" sz="2400" dirty="0"/>
              <a:t>.</a:t>
            </a:r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2812465-BAF0-5312-782A-F968D1A12AE2}"/>
              </a:ext>
            </a:extLst>
          </p:cNvPr>
          <p:cNvCxnSpPr>
            <a:cxnSpLocks/>
          </p:cNvCxnSpPr>
          <p:nvPr/>
        </p:nvCxnSpPr>
        <p:spPr>
          <a:xfrm>
            <a:off x="452283" y="1284032"/>
            <a:ext cx="1071716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6" name="Google Shape;32;p10">
            <a:extLst>
              <a:ext uri="{FF2B5EF4-FFF2-40B4-BE49-F238E27FC236}">
                <a16:creationId xmlns:a16="http://schemas.microsoft.com/office/drawing/2014/main" id="{8584E760-36BE-C492-A8EA-C320504D1FD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4903" y="6090263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4F451-EB17-E5BC-FCA5-B0370E6C0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452" y="196645"/>
            <a:ext cx="11061290" cy="648929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Scenario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3AF8D8-ACA9-99FE-5A9F-B2DBE50B6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51" y="1288025"/>
            <a:ext cx="11179277" cy="4888937"/>
          </a:xfrm>
        </p:spPr>
        <p:txBody>
          <a:bodyPr/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bank wants to understand customer needs and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needs to monitor accounts, transactions, loans, and card activities.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high-value customers and different customer segments. </a:t>
            </a:r>
          </a:p>
          <a:p>
            <a:pPr lvl="0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transaction and loan patterns to identify business trends.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these insights to improve customer service and banking strategies.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data-driven decision-making and business growth. </a:t>
            </a:r>
          </a:p>
          <a:p>
            <a:endParaRPr lang="en-I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FA021C-CEF6-04B5-35EC-DD48446F4485}"/>
              </a:ext>
            </a:extLst>
          </p:cNvPr>
          <p:cNvCxnSpPr>
            <a:cxnSpLocks/>
          </p:cNvCxnSpPr>
          <p:nvPr/>
        </p:nvCxnSpPr>
        <p:spPr>
          <a:xfrm>
            <a:off x="442451" y="1012723"/>
            <a:ext cx="1106129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915C5F5-2C7E-7405-B6F6-017D7EC1F3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7942455"/>
              </p:ext>
            </p:extLst>
          </p:nvPr>
        </p:nvGraphicFramePr>
        <p:xfrm>
          <a:off x="717753" y="3924983"/>
          <a:ext cx="10137060" cy="19202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Google Shape;32;p10">
            <a:extLst>
              <a:ext uri="{FF2B5EF4-FFF2-40B4-BE49-F238E27FC236}">
                <a16:creationId xmlns:a16="http://schemas.microsoft.com/office/drawing/2014/main" id="{2C2E6A7F-43D3-D95B-5F53-E094FC1AFB7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4676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5DC928-F3FD-F1E7-5A76-8212423CE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452" y="167149"/>
            <a:ext cx="10911348" cy="737419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Objectives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A27467-7CFF-456A-E4D2-24A5AF557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52" y="1602659"/>
            <a:ext cx="10992464" cy="3411794"/>
          </a:xfrm>
        </p:spPr>
        <p:txBody>
          <a:bodyPr/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structured banking database for organized data management.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 relationships between customers, accounts, branches, loans, and transactions. </a:t>
            </a:r>
          </a:p>
          <a:p>
            <a:pPr lvl="0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banking data using SQL techniques.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meaningful patterns and trends from the data.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actionable insights to support business decisions</a:t>
            </a:r>
          </a:p>
          <a:p>
            <a:pPr marL="0" indent="0">
              <a:buNone/>
            </a:pPr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22D409-81D6-FAA7-5509-5A0238C58CC6}"/>
              </a:ext>
            </a:extLst>
          </p:cNvPr>
          <p:cNvCxnSpPr>
            <a:cxnSpLocks/>
          </p:cNvCxnSpPr>
          <p:nvPr/>
        </p:nvCxnSpPr>
        <p:spPr>
          <a:xfrm>
            <a:off x="442452" y="1012723"/>
            <a:ext cx="1091134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3" name="Google Shape;32;p10">
            <a:extLst>
              <a:ext uri="{FF2B5EF4-FFF2-40B4-BE49-F238E27FC236}">
                <a16:creationId xmlns:a16="http://schemas.microsoft.com/office/drawing/2014/main" id="{2EF5DD79-3B4D-53B1-F571-EA14BE8E060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3172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529AC-F3E3-59F7-1228-41EB1BAFE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103" y="88492"/>
            <a:ext cx="9419303" cy="806244"/>
          </a:xfrm>
        </p:spPr>
        <p:txBody>
          <a:bodyPr>
            <a:normAutofit/>
          </a:bodyPr>
          <a:lstStyle/>
          <a:p>
            <a:r>
              <a:rPr lang="en-I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Structure</a:t>
            </a:r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BC2C60E5-A514-5D6D-95C7-177818749B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7334245"/>
              </p:ext>
            </p:extLst>
          </p:nvPr>
        </p:nvGraphicFramePr>
        <p:xfrm>
          <a:off x="993058" y="1268376"/>
          <a:ext cx="9792930" cy="45031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04036">
                  <a:extLst>
                    <a:ext uri="{9D8B030D-6E8A-4147-A177-3AD203B41FA5}">
                      <a16:colId xmlns:a16="http://schemas.microsoft.com/office/drawing/2014/main" val="135079305"/>
                    </a:ext>
                  </a:extLst>
                </a:gridCol>
                <a:gridCol w="3444447">
                  <a:extLst>
                    <a:ext uri="{9D8B030D-6E8A-4147-A177-3AD203B41FA5}">
                      <a16:colId xmlns:a16="http://schemas.microsoft.com/office/drawing/2014/main" val="1405843040"/>
                    </a:ext>
                  </a:extLst>
                </a:gridCol>
                <a:gridCol w="3444447">
                  <a:extLst>
                    <a:ext uri="{9D8B030D-6E8A-4147-A177-3AD203B41FA5}">
                      <a16:colId xmlns:a16="http://schemas.microsoft.com/office/drawing/2014/main" val="3419120861"/>
                    </a:ext>
                  </a:extLst>
                </a:gridCol>
              </a:tblGrid>
              <a:tr h="514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Table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Records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050830"/>
                  </a:ext>
                </a:extLst>
              </a:tr>
              <a:tr h="514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Customers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 details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762165"/>
                  </a:ext>
                </a:extLst>
              </a:tr>
              <a:tr h="900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Branches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Branch information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715878"/>
                  </a:ext>
                </a:extLst>
              </a:tr>
              <a:tr h="514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Accounts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Account details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700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660568"/>
                  </a:ext>
                </a:extLst>
              </a:tr>
              <a:tr h="514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Loans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Loan information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295951"/>
                  </a:ext>
                </a:extLst>
              </a:tr>
              <a:tr h="514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Transactions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Transaction details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5,000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1360783"/>
                  </a:ext>
                </a:extLst>
              </a:tr>
              <a:tr h="514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Cards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Card details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600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5673380"/>
                  </a:ext>
                </a:extLst>
              </a:tr>
              <a:tr h="514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Loan Payments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Repayment details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2,000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127274"/>
                  </a:ext>
                </a:extLst>
              </a:tr>
            </a:tbl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9D0A78E-799F-80BB-5072-55E7C44C2F69}"/>
              </a:ext>
            </a:extLst>
          </p:cNvPr>
          <p:cNvCxnSpPr>
            <a:cxnSpLocks/>
          </p:cNvCxnSpPr>
          <p:nvPr/>
        </p:nvCxnSpPr>
        <p:spPr>
          <a:xfrm>
            <a:off x="580103" y="894736"/>
            <a:ext cx="1092363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4" name="Google Shape;32;p10">
            <a:extLst>
              <a:ext uri="{FF2B5EF4-FFF2-40B4-BE49-F238E27FC236}">
                <a16:creationId xmlns:a16="http://schemas.microsoft.com/office/drawing/2014/main" id="{468477CA-818F-A32E-1572-F2895091DD8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32688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AEE79-2FA1-6939-ACA5-BB9498EFC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71" y="68830"/>
            <a:ext cx="8150942" cy="501441"/>
          </a:xfrm>
        </p:spPr>
        <p:txBody>
          <a:bodyPr>
            <a:no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EER Diagram &amp; Database Structure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1498A-63BC-2112-C0DC-2D3408689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4632" y="2271251"/>
            <a:ext cx="5240593" cy="4517919"/>
          </a:xfrm>
        </p:spPr>
        <p:txBody>
          <a:bodyPr>
            <a:normAutofit lnSpcReduction="10000"/>
          </a:bodyPr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Keys (PK):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uniquely identifies each record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Branches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Branch_ID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Accounts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Loans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Loan_ID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Payments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Cards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Card_ID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Foreign Keys (FK):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connects one table to another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Accounts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Branch_ID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Loans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Branch_ID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Payments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Loan_ID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Cards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Account_ID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IN" dirty="0">
              <a:solidFill>
                <a:srgbClr val="FF0000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50F316E-820B-F6C2-F518-AE56FA381D9D}"/>
              </a:ext>
            </a:extLst>
          </p:cNvPr>
          <p:cNvCxnSpPr>
            <a:cxnSpLocks/>
          </p:cNvCxnSpPr>
          <p:nvPr/>
        </p:nvCxnSpPr>
        <p:spPr>
          <a:xfrm>
            <a:off x="462116" y="570271"/>
            <a:ext cx="1113994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9C5279E-7CB5-4720-B984-DB72CC4DD138}"/>
              </a:ext>
            </a:extLst>
          </p:cNvPr>
          <p:cNvSpPr txBox="1"/>
          <p:nvPr/>
        </p:nvSpPr>
        <p:spPr>
          <a:xfrm>
            <a:off x="314633" y="678427"/>
            <a:ext cx="4896464" cy="1754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Relationships: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→ Accounts → Transactions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→ Loans → Loan Payments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Accounts → Cards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Branches → Accounts &amp; Loans</a:t>
            </a:r>
          </a:p>
          <a:p>
            <a:endParaRPr lang="en-IN" dirty="0"/>
          </a:p>
        </p:txBody>
      </p:sp>
      <p:pic>
        <p:nvPicPr>
          <p:cNvPr id="6" name="Google Shape;32;p10">
            <a:extLst>
              <a:ext uri="{FF2B5EF4-FFF2-40B4-BE49-F238E27FC236}">
                <a16:creationId xmlns:a16="http://schemas.microsoft.com/office/drawing/2014/main" id="{DDA51183-4150-CAAE-A9F5-AD6B0E54DFA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3F7262-C132-386A-86D1-145E6B72B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6582" y="919318"/>
            <a:ext cx="7149884" cy="467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663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703A0-F12A-4F5E-1BAC-E62533F49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16" y="137653"/>
            <a:ext cx="10264878" cy="454741"/>
          </a:xfrm>
        </p:spPr>
        <p:txBody>
          <a:bodyPr>
            <a:no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Of The Objectives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1BBE46CD-0CF4-AEB3-8A37-5DF1168AC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3414" y="869438"/>
            <a:ext cx="5829659" cy="5492031"/>
          </a:xfrm>
        </p:spPr>
        <p:txBody>
          <a:bodyPr>
            <a:normAutofit/>
          </a:bodyPr>
          <a:lstStyle/>
          <a:p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bank has 500 customers.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bank has 700 accounts.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account types are available.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active customers was identified.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transaction types are recorded</a:t>
            </a:r>
          </a:p>
          <a:p>
            <a:pPr marL="0" lv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customer base provides a foundation for further analysis.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holding multiple accounts indicate varied banking needs.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 types help understand customer preferences.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Active-customer analysis helps measure customer engagement.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types show how customers use banking services.</a:t>
            </a:r>
          </a:p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9A3BF-810F-EE3B-C9BF-6CB6CA4DE9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1592" y="705465"/>
            <a:ext cx="4460433" cy="60148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600" b="1" dirty="0"/>
              <a:t>1. Total number of customers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COUNT(*) AS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total_customers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customers;</a:t>
            </a:r>
          </a:p>
          <a:p>
            <a:r>
              <a:rPr lang="en-IN" sz="1600" b="1" dirty="0"/>
              <a:t>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Total number of accounts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COUNT(*) AS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total_accounts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accounts;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Different account types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DISTINCT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account_type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accounts;.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Active customers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COUNT(*) AS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active_customers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customers WHERE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is_active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‘Yes;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Different transaction types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DISTINCT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transaction_type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transactions;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AA76593-D943-1E47-96FE-4294DA97685F}"/>
              </a:ext>
            </a:extLst>
          </p:cNvPr>
          <p:cNvCxnSpPr>
            <a:cxnSpLocks/>
          </p:cNvCxnSpPr>
          <p:nvPr/>
        </p:nvCxnSpPr>
        <p:spPr>
          <a:xfrm>
            <a:off x="324465" y="648929"/>
            <a:ext cx="1097157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321C19A7-1BD4-5C53-D632-59A0D2E16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520" y="1040817"/>
            <a:ext cx="1060645" cy="67557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597312E-17F3-C6A9-871E-5F0475457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6625" y="2051739"/>
            <a:ext cx="1151407" cy="67106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0D42DAF-9BA3-A878-FC16-68CD372120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1303" y="3238131"/>
            <a:ext cx="1320663" cy="96130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74DFF8D-A82A-4EDB-84FD-ACD6F5DB5F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9061" y="4779505"/>
            <a:ext cx="1050125" cy="65262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8008284-D76E-D7BB-AF74-9D70503E56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4327" y="5728418"/>
            <a:ext cx="1011029" cy="961306"/>
          </a:xfrm>
          <a:prstGeom prst="rect">
            <a:avLst/>
          </a:prstGeom>
        </p:spPr>
      </p:pic>
      <p:pic>
        <p:nvPicPr>
          <p:cNvPr id="6" name="Google Shape;32;p10">
            <a:extLst>
              <a:ext uri="{FF2B5EF4-FFF2-40B4-BE49-F238E27FC236}">
                <a16:creationId xmlns:a16="http://schemas.microsoft.com/office/drawing/2014/main" id="{42783385-B616-57BC-C71E-55EE5043E656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190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D5B72-1C24-7F48-8C77-C4220FB2C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787" y="68827"/>
            <a:ext cx="10931013" cy="521109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SQL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8A9E0-B6A2-320C-FF74-2DD49E9180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7035" y="747258"/>
            <a:ext cx="5772765" cy="57911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How many active and inactive customers are there by KYC status?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kyc_status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is_active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COUNT(*) AS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customer_count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customers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kyc_status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is_active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kyc_status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is_active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Which transaction channels are used most frequently?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channel,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COUNT(*) AS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transaction_count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transactions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channel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transaction_count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DESC;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426DF8B0-A5DD-FE69-4F35-529EF4C31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9912" y="685805"/>
            <a:ext cx="5772765" cy="56928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  <a:r>
              <a:rPr lang="en-IN" sz="1800" dirty="0">
                <a:solidFill>
                  <a:srgbClr val="FF0000"/>
                </a:solidFill>
              </a:rPr>
              <a:t>:</a:t>
            </a:r>
          </a:p>
          <a:p>
            <a:pPr marL="0" indent="0">
              <a:buNone/>
            </a:pPr>
            <a:r>
              <a:rPr lang="en-IN" sz="1800" dirty="0"/>
              <a:t>I looked at customer activity, KYC status, demographics, income, credit score, and tenure.</a:t>
            </a:r>
          </a:p>
          <a:p>
            <a:pPr marL="0" indent="0">
              <a:buNone/>
            </a:pPr>
            <a:r>
              <a:rPr lang="en-IN" sz="1800" dirty="0"/>
              <a:t>For example, I compared active and inactive customers across different KYC statuses.</a:t>
            </a:r>
          </a:p>
          <a:p>
            <a:pPr marL="0" indent="0">
              <a:buNone/>
            </a:pPr>
            <a:r>
              <a:rPr lang="en-IN" sz="1800" dirty="0"/>
              <a:t>This helps the bank understand customer engagement and identify customer groups that may require attention.”</a:t>
            </a:r>
          </a:p>
          <a:p>
            <a:pPr marL="0" indent="0">
              <a:buNone/>
            </a:pPr>
            <a:endParaRPr lang="en-IN" sz="23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the most frequently used transaction channels.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shows each transaction channel with its transaction count, arranged from highest to lowest.</a:t>
            </a:r>
          </a:p>
          <a:p>
            <a:pPr marL="0" indent="0"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97C6F9D-4686-812E-C082-F1C70F355161}"/>
              </a:ext>
            </a:extLst>
          </p:cNvPr>
          <p:cNvCxnSpPr>
            <a:cxnSpLocks/>
          </p:cNvCxnSpPr>
          <p:nvPr/>
        </p:nvCxnSpPr>
        <p:spPr>
          <a:xfrm>
            <a:off x="422787" y="589936"/>
            <a:ext cx="1084498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25FF3072-BC33-FDBC-1110-B71684F91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773" y="1770115"/>
            <a:ext cx="1744318" cy="12204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598DB77-3A1E-61D5-D045-949CC24C3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937" y="5233827"/>
            <a:ext cx="1555812" cy="1144843"/>
          </a:xfrm>
          <a:prstGeom prst="rect">
            <a:avLst/>
          </a:prstGeom>
        </p:spPr>
      </p:pic>
      <p:pic>
        <p:nvPicPr>
          <p:cNvPr id="6" name="Google Shape;32;p10">
            <a:extLst>
              <a:ext uri="{FF2B5EF4-FFF2-40B4-BE49-F238E27FC236}">
                <a16:creationId xmlns:a16="http://schemas.microsoft.com/office/drawing/2014/main" id="{B182BC8D-5FFC-75D9-F061-520C858E9CA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471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051DE-A5ED-4A6F-1F80-01245BA407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3794" y="462116"/>
            <a:ext cx="5673214" cy="5860026"/>
          </a:xfrm>
        </p:spPr>
        <p:txBody>
          <a:bodyPr/>
          <a:lstStyle/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many accounts are there for each account type?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account_type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COUNT(*) AS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account_countFROM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accounts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account_type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account_count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DESC;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9.What are the different card types and how many cards are available for each type?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card_type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COUNT(*) AS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card_count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cards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card_type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card_count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DESC;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18559F-EB61-C6FE-8A99-0236FC6DB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7555" y="1785632"/>
            <a:ext cx="1825253" cy="127955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D1FE590-A77C-FD0F-6FF1-3157D82CEC75}"/>
              </a:ext>
            </a:extLst>
          </p:cNvPr>
          <p:cNvSpPr txBox="1"/>
          <p:nvPr/>
        </p:nvSpPr>
        <p:spPr>
          <a:xfrm>
            <a:off x="6080100" y="393290"/>
            <a:ext cx="567321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Insight: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which account types are most commonly used by customers.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will list each account type with its number of accounts, from highest to lowest.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shows the distribution of cards across different card types and identifies which card types are most commonly available.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Google Shape;32;p10">
            <a:extLst>
              <a:ext uri="{FF2B5EF4-FFF2-40B4-BE49-F238E27FC236}">
                <a16:creationId xmlns:a16="http://schemas.microsoft.com/office/drawing/2014/main" id="{E9B05FBF-8D87-97BA-40EB-5593C1AA5B9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1DF7228-1453-FFBB-D66B-F7A9718642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7555" y="5072368"/>
            <a:ext cx="1882303" cy="111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960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3538084-3BC3-2D35-078C-552FC5421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923" y="506667"/>
            <a:ext cx="10645877" cy="459506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Key Findings</a:t>
            </a:r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7F36B919-EC67-5508-DABF-F6678F209B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1714734"/>
              </p:ext>
            </p:extLst>
          </p:nvPr>
        </p:nvGraphicFramePr>
        <p:xfrm>
          <a:off x="2143431" y="1425680"/>
          <a:ext cx="7816645" cy="36575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5ABB507-0A26-B2F3-3D34-2D85EC3E00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808625"/>
              </p:ext>
            </p:extLst>
          </p:nvPr>
        </p:nvGraphicFramePr>
        <p:xfrm>
          <a:off x="1641987" y="1150375"/>
          <a:ext cx="8829368" cy="4168878"/>
        </p:xfrm>
        <a:graphic>
          <a:graphicData uri="http://schemas.openxmlformats.org/drawingml/2006/table">
            <a:tbl>
              <a:tblPr/>
              <a:tblGrid>
                <a:gridCol w="8829368">
                  <a:extLst>
                    <a:ext uri="{9D8B030D-6E8A-4147-A177-3AD203B41FA5}">
                      <a16:colId xmlns:a16="http://schemas.microsoft.com/office/drawing/2014/main" val="303633260"/>
                    </a:ext>
                  </a:extLst>
                </a:gridCol>
              </a:tblGrid>
              <a:tr h="416887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6252703"/>
                  </a:ext>
                </a:extLst>
              </a:tr>
            </a:tbl>
          </a:graphicData>
        </a:graphic>
      </p:graphicFrame>
      <p:pic>
        <p:nvPicPr>
          <p:cNvPr id="3" name="Google Shape;32;p10">
            <a:extLst>
              <a:ext uri="{FF2B5EF4-FFF2-40B4-BE49-F238E27FC236}">
                <a16:creationId xmlns:a16="http://schemas.microsoft.com/office/drawing/2014/main" id="{B3EFFCE4-7FA2-7F1B-E804-6ACE3B3F019B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59250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AC13F-4BA0-BCAD-BDAE-63A35E3F6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65475"/>
            <a:ext cx="11049000" cy="530936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34378-7490-8D2E-5B03-E7E48D0E4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55175"/>
            <a:ext cx="11208774" cy="3785420"/>
          </a:xfrm>
        </p:spPr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customer engagement by targeting inactive customers.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suitable account products based on customer usage.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transaction activity to identify unusual or changing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 loan follow-up for delayed or outstanding repayments.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card engagement through relevant rewards and offers.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customer insights to provide personalized banking 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services.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2919CD0-E96B-F154-F78B-FCD0AD13C637}"/>
              </a:ext>
            </a:extLst>
          </p:cNvPr>
          <p:cNvCxnSpPr>
            <a:cxnSpLocks/>
          </p:cNvCxnSpPr>
          <p:nvPr/>
        </p:nvCxnSpPr>
        <p:spPr>
          <a:xfrm>
            <a:off x="304800" y="956340"/>
            <a:ext cx="11049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6" name="Google Shape;32;p10">
            <a:extLst>
              <a:ext uri="{FF2B5EF4-FFF2-40B4-BE49-F238E27FC236}">
                <a16:creationId xmlns:a16="http://schemas.microsoft.com/office/drawing/2014/main" id="{496579BD-7C25-5C09-C936-49CAB0B8BCB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3082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CA31A-7778-B0BE-F089-927E9F7DD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955" y="176981"/>
            <a:ext cx="10940845" cy="88490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67FC7-FFEE-F605-49C4-7DDE34676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55" y="1248698"/>
            <a:ext cx="10940845" cy="5014449"/>
          </a:xfrm>
        </p:spPr>
        <p:txBody>
          <a:bodyPr>
            <a:norm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retail banking data using MySQL and SQL.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customer profiles, KYC status, accounts, branches, transactions, loans, and cards.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important customer and banking trends from the data.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SQL queries, joins, aggregations, and filtering to generate meaningful insights.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loan repayment and product usage behaviour.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analytical results into business recommendations.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can help banks improve customer engagement, product offerings, and decision-making.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demonstrates how data-driven insights can support better banking strategies. </a:t>
            </a:r>
          </a:p>
          <a:p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B838CA6-A95E-DB7A-A2D3-2D047673B76C}"/>
              </a:ext>
            </a:extLst>
          </p:cNvPr>
          <p:cNvCxnSpPr/>
          <p:nvPr/>
        </p:nvCxnSpPr>
        <p:spPr>
          <a:xfrm>
            <a:off x="412955" y="978311"/>
            <a:ext cx="1080319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6" name="Google Shape;32;p10">
            <a:extLst>
              <a:ext uri="{FF2B5EF4-FFF2-40B4-BE49-F238E27FC236}">
                <a16:creationId xmlns:a16="http://schemas.microsoft.com/office/drawing/2014/main" id="{6C7E12AB-0498-DC03-EE8F-8A591F62B86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80274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364</TotalTime>
  <Words>1110</Words>
  <Application>Microsoft Office PowerPoint</Application>
  <PresentationFormat>Widescreen</PresentationFormat>
  <Paragraphs>195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Libre Baskerville</vt:lpstr>
      <vt:lpstr>Calibri Light</vt:lpstr>
      <vt:lpstr>Times New Roman</vt:lpstr>
      <vt:lpstr>Arial</vt:lpstr>
      <vt:lpstr>Calibri</vt:lpstr>
      <vt:lpstr>Office Theme</vt:lpstr>
      <vt:lpstr>PowerPoint Presentation</vt:lpstr>
      <vt:lpstr>                                                         About Me</vt:lpstr>
      <vt:lpstr>Table of contents </vt:lpstr>
      <vt:lpstr>Project Overview</vt:lpstr>
      <vt:lpstr>Business Scenario</vt:lpstr>
      <vt:lpstr>Business Objectives</vt:lpstr>
      <vt:lpstr>DataSet And DataBase Structure</vt:lpstr>
      <vt:lpstr> EER Diagram &amp; Database Structure</vt:lpstr>
      <vt:lpstr>Analysis Of The Objectives</vt:lpstr>
      <vt:lpstr>Basic SQL Check</vt:lpstr>
      <vt:lpstr>PowerPoint Presentation</vt:lpstr>
      <vt:lpstr>Overall Key Findings</vt:lpstr>
      <vt:lpstr>Business Recommendations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praharshithasamudrala788@gmail.com</cp:lastModifiedBy>
  <cp:revision>1</cp:revision>
  <dcterms:created xsi:type="dcterms:W3CDTF">2021-02-16T05:19:01Z</dcterms:created>
  <dcterms:modified xsi:type="dcterms:W3CDTF">2026-09-06T11:43:09Z</dcterms:modified>
</cp:coreProperties>
</file>